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4.xml" ContentType="application/vnd.openxmlformats-officedocument.drawingml.diagramLayout+xml"/>
  <Override PartName="/ppt/slideLayouts/slideLayout10.xml" ContentType="application/vnd.openxmlformats-officedocument.presentationml.slideLayout+xml"/>
  <Default Extension="gif" ContentType="image/gif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61" r:id="rId4"/>
    <p:sldId id="258" r:id="rId5"/>
    <p:sldId id="270" r:id="rId6"/>
    <p:sldId id="271" r:id="rId7"/>
    <p:sldId id="273" r:id="rId8"/>
    <p:sldId id="267" r:id="rId9"/>
    <p:sldId id="268" r:id="rId10"/>
    <p:sldId id="260" r:id="rId11"/>
    <p:sldId id="265" r:id="rId12"/>
    <p:sldId id="272" r:id="rId13"/>
    <p:sldId id="274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06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F9575A-CCB5-4731-BB28-93A8116F7905}" type="doc">
      <dgm:prSet loTypeId="urn:microsoft.com/office/officeart/2005/8/layout/equation2" loCatId="process" qsTypeId="urn:microsoft.com/office/officeart/2005/8/quickstyle/simple4" qsCatId="simple" csTypeId="urn:microsoft.com/office/officeart/2005/8/colors/colorful3" csCatId="colorful" phldr="1"/>
      <dgm:spPr/>
    </dgm:pt>
    <dgm:pt modelId="{2B221A25-E2AC-4911-8665-F1C443FF45D3}">
      <dgm:prSet phldrT="[Text]"/>
      <dgm:spPr/>
      <dgm:t>
        <a:bodyPr/>
        <a:lstStyle/>
        <a:p>
          <a:r>
            <a:rPr lang="en-US" dirty="0" smtClean="0"/>
            <a:t>Emission</a:t>
          </a:r>
          <a:br>
            <a:rPr lang="en-US" dirty="0" smtClean="0"/>
          </a:br>
          <a:r>
            <a:rPr lang="en-US" dirty="0" smtClean="0"/>
            <a:t>Reduction Tech</a:t>
          </a:r>
          <a:endParaRPr lang="en-US" dirty="0"/>
        </a:p>
      </dgm:t>
    </dgm:pt>
    <dgm:pt modelId="{5D020E5C-057C-434C-85D3-3BFB1F731901}" type="parTrans" cxnId="{B03B07F1-7FFF-430A-A7E8-31693B0DD602}">
      <dgm:prSet/>
      <dgm:spPr/>
      <dgm:t>
        <a:bodyPr/>
        <a:lstStyle/>
        <a:p>
          <a:endParaRPr lang="en-US"/>
        </a:p>
      </dgm:t>
    </dgm:pt>
    <dgm:pt modelId="{C7509BA2-CB1A-4CF3-A31A-96784174C87B}" type="sibTrans" cxnId="{B03B07F1-7FFF-430A-A7E8-31693B0DD602}">
      <dgm:prSet/>
      <dgm:spPr/>
      <dgm:t>
        <a:bodyPr/>
        <a:lstStyle/>
        <a:p>
          <a:endParaRPr lang="en-US"/>
        </a:p>
      </dgm:t>
    </dgm:pt>
    <dgm:pt modelId="{C958CC44-8DC1-4EC4-A9F1-E13BA14B4F50}">
      <dgm:prSet phldrT="[Text]"/>
      <dgm:spPr/>
      <dgm:t>
        <a:bodyPr/>
        <a:lstStyle/>
        <a:p>
          <a:r>
            <a:rPr lang="en-US" dirty="0" smtClean="0"/>
            <a:t>Emission</a:t>
          </a:r>
        </a:p>
        <a:p>
          <a:r>
            <a:rPr lang="en-US" dirty="0" smtClean="0"/>
            <a:t>Feedback</a:t>
          </a:r>
          <a:endParaRPr lang="en-US" dirty="0"/>
        </a:p>
      </dgm:t>
    </dgm:pt>
    <dgm:pt modelId="{C02BF82D-970A-4FA0-8761-09129DD071AC}" type="parTrans" cxnId="{03A4F094-2C79-4481-BB3C-8BB215C296A1}">
      <dgm:prSet/>
      <dgm:spPr/>
      <dgm:t>
        <a:bodyPr/>
        <a:lstStyle/>
        <a:p>
          <a:endParaRPr lang="en-US"/>
        </a:p>
      </dgm:t>
    </dgm:pt>
    <dgm:pt modelId="{80524379-A3E4-4CFF-AA6C-6E142481F15C}" type="sibTrans" cxnId="{03A4F094-2C79-4481-BB3C-8BB215C296A1}">
      <dgm:prSet/>
      <dgm:spPr/>
      <dgm:t>
        <a:bodyPr/>
        <a:lstStyle/>
        <a:p>
          <a:endParaRPr lang="en-US"/>
        </a:p>
      </dgm:t>
    </dgm:pt>
    <dgm:pt modelId="{725071A5-AFAA-4890-AE14-6BBF34C8963B}">
      <dgm:prSet phldrT="[Text]"/>
      <dgm:spPr/>
      <dgm:t>
        <a:bodyPr/>
        <a:lstStyle/>
        <a:p>
          <a:r>
            <a:rPr lang="en-US" dirty="0" smtClean="0"/>
            <a:t>Environmental</a:t>
          </a:r>
          <a:br>
            <a:rPr lang="en-US" dirty="0" smtClean="0"/>
          </a:br>
          <a:r>
            <a:rPr lang="en-US" dirty="0" smtClean="0"/>
            <a:t>Change</a:t>
          </a:r>
          <a:endParaRPr lang="en-US" dirty="0"/>
        </a:p>
      </dgm:t>
    </dgm:pt>
    <dgm:pt modelId="{F316E4D0-F1F7-47A2-ABA4-CE235AF943FA}" type="parTrans" cxnId="{130B9153-8856-48E7-982B-43469995F789}">
      <dgm:prSet/>
      <dgm:spPr/>
      <dgm:t>
        <a:bodyPr/>
        <a:lstStyle/>
        <a:p>
          <a:endParaRPr lang="en-US"/>
        </a:p>
      </dgm:t>
    </dgm:pt>
    <dgm:pt modelId="{2878EA22-2A51-447B-9EE0-C05351ADACFD}" type="sibTrans" cxnId="{130B9153-8856-48E7-982B-43469995F789}">
      <dgm:prSet/>
      <dgm:spPr/>
      <dgm:t>
        <a:bodyPr/>
        <a:lstStyle/>
        <a:p>
          <a:endParaRPr lang="en-US"/>
        </a:p>
      </dgm:t>
    </dgm:pt>
    <dgm:pt modelId="{646A7F84-0CA9-4E36-8EB9-E52B96F7A6FA}" type="pres">
      <dgm:prSet presAssocID="{4DF9575A-CCB5-4731-BB28-93A8116F7905}" presName="Name0" presStyleCnt="0">
        <dgm:presLayoutVars>
          <dgm:dir/>
          <dgm:resizeHandles val="exact"/>
        </dgm:presLayoutVars>
      </dgm:prSet>
      <dgm:spPr/>
    </dgm:pt>
    <dgm:pt modelId="{A617F6BD-5AE4-46A4-97F5-0101406F2929}" type="pres">
      <dgm:prSet presAssocID="{4DF9575A-CCB5-4731-BB28-93A8116F7905}" presName="vNodes" presStyleCnt="0"/>
      <dgm:spPr/>
    </dgm:pt>
    <dgm:pt modelId="{269BCF37-635B-4FC7-AC86-B14B3F15CB1C}" type="pres">
      <dgm:prSet presAssocID="{2B221A25-E2AC-4911-8665-F1C443FF45D3}" presName="node" presStyleLbl="node1" presStyleIdx="0" presStyleCnt="3" custScaleX="128456" custScaleY="13884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6D53F8-6F8D-4CA9-9742-25B18A019F51}" type="pres">
      <dgm:prSet presAssocID="{C7509BA2-CB1A-4CF3-A31A-96784174C87B}" presName="spacerT" presStyleCnt="0"/>
      <dgm:spPr/>
    </dgm:pt>
    <dgm:pt modelId="{8CBE37FB-ED15-4044-8537-A879FFBDD113}" type="pres">
      <dgm:prSet presAssocID="{C7509BA2-CB1A-4CF3-A31A-96784174C87B}" presName="sibTrans" presStyleLbl="sibTrans2D1" presStyleIdx="0" presStyleCnt="2"/>
      <dgm:spPr/>
    </dgm:pt>
    <dgm:pt modelId="{A48318A8-868D-4517-A478-46FC336CA244}" type="pres">
      <dgm:prSet presAssocID="{C7509BA2-CB1A-4CF3-A31A-96784174C87B}" presName="spacerB" presStyleCnt="0"/>
      <dgm:spPr/>
    </dgm:pt>
    <dgm:pt modelId="{5ECDAD6E-101B-439B-963F-65B651D1B1AC}" type="pres">
      <dgm:prSet presAssocID="{C958CC44-8DC1-4EC4-A9F1-E13BA14B4F50}" presName="node" presStyleLbl="node1" presStyleIdx="1" presStyleCnt="3" custScaleX="115339" custScaleY="12354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7CBC356-196A-423E-9EE9-F4E5D8B4D3CD}" type="pres">
      <dgm:prSet presAssocID="{4DF9575A-CCB5-4731-BB28-93A8116F7905}" presName="sibTransLast" presStyleLbl="sibTrans2D1" presStyleIdx="1" presStyleCnt="2" custScaleX="183011" custLinFactNeighborX="-22754" custLinFactNeighborY="9221"/>
      <dgm:spPr/>
    </dgm:pt>
    <dgm:pt modelId="{682972A8-19E4-4D4B-ABFD-79E06345A3B8}" type="pres">
      <dgm:prSet presAssocID="{4DF9575A-CCB5-4731-BB28-93A8116F7905}" presName="connectorText" presStyleLbl="sibTrans2D1" presStyleIdx="1" presStyleCnt="2"/>
      <dgm:spPr/>
    </dgm:pt>
    <dgm:pt modelId="{6A6EA487-F777-4C87-B904-4FFC1392CF91}" type="pres">
      <dgm:prSet presAssocID="{4DF9575A-CCB5-4731-BB28-93A8116F7905}" presName="lastNode" presStyleLbl="node1" presStyleIdx="2" presStyleCnt="3" custScaleX="81682" custScaleY="77468" custLinFactX="4519" custLinFactNeighborX="100000" custLinFactNeighborY="-93">
        <dgm:presLayoutVars>
          <dgm:bulletEnabled val="1"/>
        </dgm:presLayoutVars>
      </dgm:prSet>
      <dgm:spPr/>
    </dgm:pt>
  </dgm:ptLst>
  <dgm:cxnLst>
    <dgm:cxn modelId="{B03B07F1-7FFF-430A-A7E8-31693B0DD602}" srcId="{4DF9575A-CCB5-4731-BB28-93A8116F7905}" destId="{2B221A25-E2AC-4911-8665-F1C443FF45D3}" srcOrd="0" destOrd="0" parTransId="{5D020E5C-057C-434C-85D3-3BFB1F731901}" sibTransId="{C7509BA2-CB1A-4CF3-A31A-96784174C87B}"/>
    <dgm:cxn modelId="{130B9153-8856-48E7-982B-43469995F789}" srcId="{4DF9575A-CCB5-4731-BB28-93A8116F7905}" destId="{725071A5-AFAA-4890-AE14-6BBF34C8963B}" srcOrd="2" destOrd="0" parTransId="{F316E4D0-F1F7-47A2-ABA4-CE235AF943FA}" sibTransId="{2878EA22-2A51-447B-9EE0-C05351ADACFD}"/>
    <dgm:cxn modelId="{E63AFFA8-2FD7-4CFD-B7E0-7826B42B0D97}" type="presOf" srcId="{2B221A25-E2AC-4911-8665-F1C443FF45D3}" destId="{269BCF37-635B-4FC7-AC86-B14B3F15CB1C}" srcOrd="0" destOrd="0" presId="urn:microsoft.com/office/officeart/2005/8/layout/equation2"/>
    <dgm:cxn modelId="{BEF51BB7-E3F1-43E3-A843-FF2143A9F861}" type="presOf" srcId="{C958CC44-8DC1-4EC4-A9F1-E13BA14B4F50}" destId="{5ECDAD6E-101B-439B-963F-65B651D1B1AC}" srcOrd="0" destOrd="0" presId="urn:microsoft.com/office/officeart/2005/8/layout/equation2"/>
    <dgm:cxn modelId="{03A4F094-2C79-4481-BB3C-8BB215C296A1}" srcId="{4DF9575A-CCB5-4731-BB28-93A8116F7905}" destId="{C958CC44-8DC1-4EC4-A9F1-E13BA14B4F50}" srcOrd="1" destOrd="0" parTransId="{C02BF82D-970A-4FA0-8761-09129DD071AC}" sibTransId="{80524379-A3E4-4CFF-AA6C-6E142481F15C}"/>
    <dgm:cxn modelId="{0E319692-B819-4FBE-8850-D05BBD43F5D3}" type="presOf" srcId="{C7509BA2-CB1A-4CF3-A31A-96784174C87B}" destId="{8CBE37FB-ED15-4044-8537-A879FFBDD113}" srcOrd="0" destOrd="0" presId="urn:microsoft.com/office/officeart/2005/8/layout/equation2"/>
    <dgm:cxn modelId="{75FDC803-41E2-4E02-B25A-C7B528B75B26}" type="presOf" srcId="{80524379-A3E4-4CFF-AA6C-6E142481F15C}" destId="{682972A8-19E4-4D4B-ABFD-79E06345A3B8}" srcOrd="1" destOrd="0" presId="urn:microsoft.com/office/officeart/2005/8/layout/equation2"/>
    <dgm:cxn modelId="{76B047B8-FE00-4856-8873-42682E634310}" type="presOf" srcId="{725071A5-AFAA-4890-AE14-6BBF34C8963B}" destId="{6A6EA487-F777-4C87-B904-4FFC1392CF91}" srcOrd="0" destOrd="0" presId="urn:microsoft.com/office/officeart/2005/8/layout/equation2"/>
    <dgm:cxn modelId="{7755DDD1-20CB-4056-8C13-A4A0A052400D}" type="presOf" srcId="{4DF9575A-CCB5-4731-BB28-93A8116F7905}" destId="{646A7F84-0CA9-4E36-8EB9-E52B96F7A6FA}" srcOrd="0" destOrd="0" presId="urn:microsoft.com/office/officeart/2005/8/layout/equation2"/>
    <dgm:cxn modelId="{0DA1553C-BB40-4FCB-B6BF-81DAA5B21AAF}" type="presOf" srcId="{80524379-A3E4-4CFF-AA6C-6E142481F15C}" destId="{D7CBC356-196A-423E-9EE9-F4E5D8B4D3CD}" srcOrd="0" destOrd="0" presId="urn:microsoft.com/office/officeart/2005/8/layout/equation2"/>
    <dgm:cxn modelId="{ADAFACAA-9062-4968-AD4C-3F9B37A449BF}" type="presParOf" srcId="{646A7F84-0CA9-4E36-8EB9-E52B96F7A6FA}" destId="{A617F6BD-5AE4-46A4-97F5-0101406F2929}" srcOrd="0" destOrd="0" presId="urn:microsoft.com/office/officeart/2005/8/layout/equation2"/>
    <dgm:cxn modelId="{B1F0F973-F57B-405E-BD1B-15F74E99ED60}" type="presParOf" srcId="{A617F6BD-5AE4-46A4-97F5-0101406F2929}" destId="{269BCF37-635B-4FC7-AC86-B14B3F15CB1C}" srcOrd="0" destOrd="0" presId="urn:microsoft.com/office/officeart/2005/8/layout/equation2"/>
    <dgm:cxn modelId="{4A0110F6-F0B1-44AD-862B-F8257D331DE9}" type="presParOf" srcId="{A617F6BD-5AE4-46A4-97F5-0101406F2929}" destId="{9F6D53F8-6F8D-4CA9-9742-25B18A019F51}" srcOrd="1" destOrd="0" presId="urn:microsoft.com/office/officeart/2005/8/layout/equation2"/>
    <dgm:cxn modelId="{04D9AC40-69A7-4533-A133-A054A2952EB3}" type="presParOf" srcId="{A617F6BD-5AE4-46A4-97F5-0101406F2929}" destId="{8CBE37FB-ED15-4044-8537-A879FFBDD113}" srcOrd="2" destOrd="0" presId="urn:microsoft.com/office/officeart/2005/8/layout/equation2"/>
    <dgm:cxn modelId="{717C51F1-7AFA-4ACE-9405-09B27D0ED479}" type="presParOf" srcId="{A617F6BD-5AE4-46A4-97F5-0101406F2929}" destId="{A48318A8-868D-4517-A478-46FC336CA244}" srcOrd="3" destOrd="0" presId="urn:microsoft.com/office/officeart/2005/8/layout/equation2"/>
    <dgm:cxn modelId="{738E889F-78A6-474F-BFF4-FA4407BE2D17}" type="presParOf" srcId="{A617F6BD-5AE4-46A4-97F5-0101406F2929}" destId="{5ECDAD6E-101B-439B-963F-65B651D1B1AC}" srcOrd="4" destOrd="0" presId="urn:microsoft.com/office/officeart/2005/8/layout/equation2"/>
    <dgm:cxn modelId="{69CEEB1B-6338-47BC-93FC-5B65E087FF00}" type="presParOf" srcId="{646A7F84-0CA9-4E36-8EB9-E52B96F7A6FA}" destId="{D7CBC356-196A-423E-9EE9-F4E5D8B4D3CD}" srcOrd="1" destOrd="0" presId="urn:microsoft.com/office/officeart/2005/8/layout/equation2"/>
    <dgm:cxn modelId="{0B39FED1-AA9D-403A-A5CA-BDB55858C8BE}" type="presParOf" srcId="{D7CBC356-196A-423E-9EE9-F4E5D8B4D3CD}" destId="{682972A8-19E4-4D4B-ABFD-79E06345A3B8}" srcOrd="0" destOrd="0" presId="urn:microsoft.com/office/officeart/2005/8/layout/equation2"/>
    <dgm:cxn modelId="{FC0C832E-3143-4150-A7C6-69FB995D45B8}" type="presParOf" srcId="{646A7F84-0CA9-4E36-8EB9-E52B96F7A6FA}" destId="{6A6EA487-F777-4C87-B904-4FFC1392CF91}" srcOrd="2" destOrd="0" presId="urn:microsoft.com/office/officeart/2005/8/layout/equation2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91B6D8-C3A2-40D8-BDE2-05809F8E54D6}" type="doc">
      <dgm:prSet loTypeId="urn:microsoft.com/office/officeart/2005/8/layout/radial4" loCatId="relationship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BDC3C832-FE9F-4C4F-A7DA-8B3724BE19D8}">
      <dgm:prSet phldrT="[Text]"/>
      <dgm:spPr/>
      <dgm:t>
        <a:bodyPr/>
        <a:lstStyle/>
        <a:p>
          <a:r>
            <a:rPr lang="en-US" dirty="0" smtClean="0"/>
            <a:t>Output Control</a:t>
          </a:r>
          <a:endParaRPr lang="en-US" dirty="0"/>
        </a:p>
      </dgm:t>
    </dgm:pt>
    <dgm:pt modelId="{1F44B85D-3F1A-448A-A38B-BCB90B4869EE}" type="parTrans" cxnId="{AC7F82F9-187E-42F8-930B-CC62F3420BAA}">
      <dgm:prSet/>
      <dgm:spPr/>
      <dgm:t>
        <a:bodyPr/>
        <a:lstStyle/>
        <a:p>
          <a:endParaRPr lang="en-US"/>
        </a:p>
      </dgm:t>
    </dgm:pt>
    <dgm:pt modelId="{DA90F5C4-D3F5-4346-8B4E-CAA6E9442DBD}" type="sibTrans" cxnId="{AC7F82F9-187E-42F8-930B-CC62F3420BAA}">
      <dgm:prSet/>
      <dgm:spPr/>
      <dgm:t>
        <a:bodyPr/>
        <a:lstStyle/>
        <a:p>
          <a:endParaRPr lang="en-US"/>
        </a:p>
      </dgm:t>
    </dgm:pt>
    <dgm:pt modelId="{05D57ACE-50BB-4E94-9B0D-5BA44F7EB0F7}">
      <dgm:prSet phldrT="[Text]"/>
      <dgm:spPr/>
      <dgm:t>
        <a:bodyPr/>
        <a:lstStyle/>
        <a:p>
          <a:r>
            <a:rPr lang="en-US" dirty="0" smtClean="0"/>
            <a:t>Sensor Data</a:t>
          </a:r>
          <a:endParaRPr lang="en-US" dirty="0"/>
        </a:p>
      </dgm:t>
    </dgm:pt>
    <dgm:pt modelId="{376E8C85-0089-467E-BFA7-25511EA44C3E}" type="parTrans" cxnId="{2D5836BC-8A2C-4155-BD72-19D342BEE2A6}">
      <dgm:prSet/>
      <dgm:spPr/>
      <dgm:t>
        <a:bodyPr/>
        <a:lstStyle/>
        <a:p>
          <a:endParaRPr lang="en-US"/>
        </a:p>
      </dgm:t>
    </dgm:pt>
    <dgm:pt modelId="{A0D4B944-CB39-40EC-8D2C-CAF33F2A1593}" type="sibTrans" cxnId="{2D5836BC-8A2C-4155-BD72-19D342BEE2A6}">
      <dgm:prSet/>
      <dgm:spPr/>
      <dgm:t>
        <a:bodyPr/>
        <a:lstStyle/>
        <a:p>
          <a:endParaRPr lang="en-US"/>
        </a:p>
      </dgm:t>
    </dgm:pt>
    <dgm:pt modelId="{EA65D28D-A79A-403E-BB5C-48453C43DC25}">
      <dgm:prSet phldrT="[Text]"/>
      <dgm:spPr/>
      <dgm:t>
        <a:bodyPr/>
        <a:lstStyle/>
        <a:p>
          <a:r>
            <a:rPr lang="en-US" dirty="0" smtClean="0"/>
            <a:t>Sensor Data</a:t>
          </a:r>
          <a:endParaRPr lang="en-US" dirty="0"/>
        </a:p>
      </dgm:t>
    </dgm:pt>
    <dgm:pt modelId="{D77ECA21-50D2-4CFC-8EE6-653E124894BF}" type="parTrans" cxnId="{4B4F0DE8-1E4E-42D5-988D-9CAA7B39A4AD}">
      <dgm:prSet/>
      <dgm:spPr/>
      <dgm:t>
        <a:bodyPr/>
        <a:lstStyle/>
        <a:p>
          <a:endParaRPr lang="en-US"/>
        </a:p>
      </dgm:t>
    </dgm:pt>
    <dgm:pt modelId="{8C2CE154-69A2-4F7E-9E83-3FC69B64A5CC}" type="sibTrans" cxnId="{4B4F0DE8-1E4E-42D5-988D-9CAA7B39A4AD}">
      <dgm:prSet/>
      <dgm:spPr/>
      <dgm:t>
        <a:bodyPr/>
        <a:lstStyle/>
        <a:p>
          <a:endParaRPr lang="en-US"/>
        </a:p>
      </dgm:t>
    </dgm:pt>
    <dgm:pt modelId="{48DB60B7-733E-4B5C-A57B-89BDAE0DBF59}">
      <dgm:prSet phldrT="[Text]"/>
      <dgm:spPr/>
      <dgm:t>
        <a:bodyPr/>
        <a:lstStyle/>
        <a:p>
          <a:r>
            <a:rPr lang="en-US" dirty="0" smtClean="0"/>
            <a:t>Sensor Data</a:t>
          </a:r>
          <a:endParaRPr lang="en-US" dirty="0"/>
        </a:p>
      </dgm:t>
    </dgm:pt>
    <dgm:pt modelId="{8AE0F199-7823-4C22-ADF3-70AC6FD2B8B4}" type="parTrans" cxnId="{8A85A645-D0E6-4731-A78F-36691655A58F}">
      <dgm:prSet/>
      <dgm:spPr/>
      <dgm:t>
        <a:bodyPr/>
        <a:lstStyle/>
        <a:p>
          <a:endParaRPr lang="en-US"/>
        </a:p>
      </dgm:t>
    </dgm:pt>
    <dgm:pt modelId="{345F4323-8B06-4D61-99F2-86ABE1EBDEB3}" type="sibTrans" cxnId="{8A85A645-D0E6-4731-A78F-36691655A58F}">
      <dgm:prSet/>
      <dgm:spPr/>
      <dgm:t>
        <a:bodyPr/>
        <a:lstStyle/>
        <a:p>
          <a:endParaRPr lang="en-US"/>
        </a:p>
      </dgm:t>
    </dgm:pt>
    <dgm:pt modelId="{1A7F664F-9DBA-406C-BEE1-AB411A0190BE}" type="pres">
      <dgm:prSet presAssocID="{FD91B6D8-C3A2-40D8-BDE2-05809F8E54D6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937F0BD-FA17-4ED2-9669-C48D0280B23E}" type="pres">
      <dgm:prSet presAssocID="{BDC3C832-FE9F-4C4F-A7DA-8B3724BE19D8}" presName="centerShape" presStyleLbl="node0" presStyleIdx="0" presStyleCnt="1"/>
      <dgm:spPr/>
    </dgm:pt>
    <dgm:pt modelId="{CFC7C492-D260-4590-9E79-AF27BF22C630}" type="pres">
      <dgm:prSet presAssocID="{376E8C85-0089-467E-BFA7-25511EA44C3E}" presName="parTrans" presStyleLbl="bgSibTrans2D1" presStyleIdx="0" presStyleCnt="3"/>
      <dgm:spPr/>
    </dgm:pt>
    <dgm:pt modelId="{72AAE712-6B61-450D-AAB3-9AAD503FE6F0}" type="pres">
      <dgm:prSet presAssocID="{05D57ACE-50BB-4E94-9B0D-5BA44F7EB0F7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DE85208-089E-4860-B7B0-64C4D6CDAE6A}" type="pres">
      <dgm:prSet presAssocID="{D77ECA21-50D2-4CFC-8EE6-653E124894BF}" presName="parTrans" presStyleLbl="bgSibTrans2D1" presStyleIdx="1" presStyleCnt="3"/>
      <dgm:spPr/>
    </dgm:pt>
    <dgm:pt modelId="{2061E404-076A-402E-947A-74CFC69B2DD9}" type="pres">
      <dgm:prSet presAssocID="{EA65D28D-A79A-403E-BB5C-48453C43DC25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486DC2-8ED8-4B64-ABEC-BA2CC7085912}" type="pres">
      <dgm:prSet presAssocID="{8AE0F199-7823-4C22-ADF3-70AC6FD2B8B4}" presName="parTrans" presStyleLbl="bgSibTrans2D1" presStyleIdx="2" presStyleCnt="3"/>
      <dgm:spPr/>
    </dgm:pt>
    <dgm:pt modelId="{27ACF71A-4F03-44B9-8282-FC8D542CC40E}" type="pres">
      <dgm:prSet presAssocID="{48DB60B7-733E-4B5C-A57B-89BDAE0DBF59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6C19D9F-87E1-4678-BA3E-17FA9053FE7F}" type="presOf" srcId="{D77ECA21-50D2-4CFC-8EE6-653E124894BF}" destId="{FDE85208-089E-4860-B7B0-64C4D6CDAE6A}" srcOrd="0" destOrd="0" presId="urn:microsoft.com/office/officeart/2005/8/layout/radial4"/>
    <dgm:cxn modelId="{5B040295-69D5-450C-A6B9-4FE2F5D91246}" type="presOf" srcId="{48DB60B7-733E-4B5C-A57B-89BDAE0DBF59}" destId="{27ACF71A-4F03-44B9-8282-FC8D542CC40E}" srcOrd="0" destOrd="0" presId="urn:microsoft.com/office/officeart/2005/8/layout/radial4"/>
    <dgm:cxn modelId="{B576024A-A584-49E9-AFF5-5E1C02910B83}" type="presOf" srcId="{EA65D28D-A79A-403E-BB5C-48453C43DC25}" destId="{2061E404-076A-402E-947A-74CFC69B2DD9}" srcOrd="0" destOrd="0" presId="urn:microsoft.com/office/officeart/2005/8/layout/radial4"/>
    <dgm:cxn modelId="{FE75D53B-5347-4EC9-B0DD-00F93C0A0D92}" type="presOf" srcId="{8AE0F199-7823-4C22-ADF3-70AC6FD2B8B4}" destId="{38486DC2-8ED8-4B64-ABEC-BA2CC7085912}" srcOrd="0" destOrd="0" presId="urn:microsoft.com/office/officeart/2005/8/layout/radial4"/>
    <dgm:cxn modelId="{815EE9B2-840C-4885-8401-14550DF25C25}" type="presOf" srcId="{BDC3C832-FE9F-4C4F-A7DA-8B3724BE19D8}" destId="{9937F0BD-FA17-4ED2-9669-C48D0280B23E}" srcOrd="0" destOrd="0" presId="urn:microsoft.com/office/officeart/2005/8/layout/radial4"/>
    <dgm:cxn modelId="{AC7F82F9-187E-42F8-930B-CC62F3420BAA}" srcId="{FD91B6D8-C3A2-40D8-BDE2-05809F8E54D6}" destId="{BDC3C832-FE9F-4C4F-A7DA-8B3724BE19D8}" srcOrd="0" destOrd="0" parTransId="{1F44B85D-3F1A-448A-A38B-BCB90B4869EE}" sibTransId="{DA90F5C4-D3F5-4346-8B4E-CAA6E9442DBD}"/>
    <dgm:cxn modelId="{ED7489E6-6633-4B3C-A662-31728D316CC2}" type="presOf" srcId="{376E8C85-0089-467E-BFA7-25511EA44C3E}" destId="{CFC7C492-D260-4590-9E79-AF27BF22C630}" srcOrd="0" destOrd="0" presId="urn:microsoft.com/office/officeart/2005/8/layout/radial4"/>
    <dgm:cxn modelId="{2D5836BC-8A2C-4155-BD72-19D342BEE2A6}" srcId="{BDC3C832-FE9F-4C4F-A7DA-8B3724BE19D8}" destId="{05D57ACE-50BB-4E94-9B0D-5BA44F7EB0F7}" srcOrd="0" destOrd="0" parTransId="{376E8C85-0089-467E-BFA7-25511EA44C3E}" sibTransId="{A0D4B944-CB39-40EC-8D2C-CAF33F2A1593}"/>
    <dgm:cxn modelId="{A2B10F78-99E7-4791-91DF-A84809DF539D}" type="presOf" srcId="{FD91B6D8-C3A2-40D8-BDE2-05809F8E54D6}" destId="{1A7F664F-9DBA-406C-BEE1-AB411A0190BE}" srcOrd="0" destOrd="0" presId="urn:microsoft.com/office/officeart/2005/8/layout/radial4"/>
    <dgm:cxn modelId="{8A85A645-D0E6-4731-A78F-36691655A58F}" srcId="{BDC3C832-FE9F-4C4F-A7DA-8B3724BE19D8}" destId="{48DB60B7-733E-4B5C-A57B-89BDAE0DBF59}" srcOrd="2" destOrd="0" parTransId="{8AE0F199-7823-4C22-ADF3-70AC6FD2B8B4}" sibTransId="{345F4323-8B06-4D61-99F2-86ABE1EBDEB3}"/>
    <dgm:cxn modelId="{4B4F0DE8-1E4E-42D5-988D-9CAA7B39A4AD}" srcId="{BDC3C832-FE9F-4C4F-A7DA-8B3724BE19D8}" destId="{EA65D28D-A79A-403E-BB5C-48453C43DC25}" srcOrd="1" destOrd="0" parTransId="{D77ECA21-50D2-4CFC-8EE6-653E124894BF}" sibTransId="{8C2CE154-69A2-4F7E-9E83-3FC69B64A5CC}"/>
    <dgm:cxn modelId="{DD5AA5DE-E0F4-4B20-9EAB-C63B6722BBA6}" type="presOf" srcId="{05D57ACE-50BB-4E94-9B0D-5BA44F7EB0F7}" destId="{72AAE712-6B61-450D-AAB3-9AAD503FE6F0}" srcOrd="0" destOrd="0" presId="urn:microsoft.com/office/officeart/2005/8/layout/radial4"/>
    <dgm:cxn modelId="{BBC30B0E-8FDB-4284-B558-AB30D2669B7D}" type="presParOf" srcId="{1A7F664F-9DBA-406C-BEE1-AB411A0190BE}" destId="{9937F0BD-FA17-4ED2-9669-C48D0280B23E}" srcOrd="0" destOrd="0" presId="urn:microsoft.com/office/officeart/2005/8/layout/radial4"/>
    <dgm:cxn modelId="{4B3C366F-340F-4681-BB9C-886050893BF7}" type="presParOf" srcId="{1A7F664F-9DBA-406C-BEE1-AB411A0190BE}" destId="{CFC7C492-D260-4590-9E79-AF27BF22C630}" srcOrd="1" destOrd="0" presId="urn:microsoft.com/office/officeart/2005/8/layout/radial4"/>
    <dgm:cxn modelId="{7D52984A-7CC0-4902-9252-7E91EE5D3420}" type="presParOf" srcId="{1A7F664F-9DBA-406C-BEE1-AB411A0190BE}" destId="{72AAE712-6B61-450D-AAB3-9AAD503FE6F0}" srcOrd="2" destOrd="0" presId="urn:microsoft.com/office/officeart/2005/8/layout/radial4"/>
    <dgm:cxn modelId="{72A29283-3763-42A6-BB49-5C484928F4D5}" type="presParOf" srcId="{1A7F664F-9DBA-406C-BEE1-AB411A0190BE}" destId="{FDE85208-089E-4860-B7B0-64C4D6CDAE6A}" srcOrd="3" destOrd="0" presId="urn:microsoft.com/office/officeart/2005/8/layout/radial4"/>
    <dgm:cxn modelId="{EDF968C1-89DC-4702-91DB-F3E12C38738E}" type="presParOf" srcId="{1A7F664F-9DBA-406C-BEE1-AB411A0190BE}" destId="{2061E404-076A-402E-947A-74CFC69B2DD9}" srcOrd="4" destOrd="0" presId="urn:microsoft.com/office/officeart/2005/8/layout/radial4"/>
    <dgm:cxn modelId="{C8B784AF-B2DE-4F7A-A6D0-D0B9FA341571}" type="presParOf" srcId="{1A7F664F-9DBA-406C-BEE1-AB411A0190BE}" destId="{38486DC2-8ED8-4B64-ABEC-BA2CC7085912}" srcOrd="5" destOrd="0" presId="urn:microsoft.com/office/officeart/2005/8/layout/radial4"/>
    <dgm:cxn modelId="{3F5C526F-CDCB-470A-BBC9-86E605EBCC67}" type="presParOf" srcId="{1A7F664F-9DBA-406C-BEE1-AB411A0190BE}" destId="{27ACF71A-4F03-44B9-8282-FC8D542CC40E}" srcOrd="6" destOrd="0" presId="urn:microsoft.com/office/officeart/2005/8/layout/radial4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18D9B72-5AA5-48DC-B0C8-B8E6A80D6B53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CF7F218-CABF-48F5-81DE-B61019A2B6C6}">
      <dgm:prSet phldrT="[Text]"/>
      <dgm:spPr/>
      <dgm:t>
        <a:bodyPr/>
        <a:lstStyle/>
        <a:p>
          <a:r>
            <a:rPr lang="en-US" dirty="0" smtClean="0"/>
            <a:t>Rich User Client</a:t>
          </a:r>
          <a:endParaRPr lang="en-US" dirty="0"/>
        </a:p>
      </dgm:t>
    </dgm:pt>
    <dgm:pt modelId="{76EC7898-F72A-4B2F-B5AA-EA916798A1BC}" type="parTrans" cxnId="{C6EC49B8-7E23-4D7E-93AA-A1568586B104}">
      <dgm:prSet/>
      <dgm:spPr/>
      <dgm:t>
        <a:bodyPr/>
        <a:lstStyle/>
        <a:p>
          <a:endParaRPr lang="en-US"/>
        </a:p>
      </dgm:t>
    </dgm:pt>
    <dgm:pt modelId="{80993F25-FBEE-47D6-B70F-9ACD2BA6565B}" type="sibTrans" cxnId="{C6EC49B8-7E23-4D7E-93AA-A1568586B104}">
      <dgm:prSet/>
      <dgm:spPr/>
      <dgm:t>
        <a:bodyPr/>
        <a:lstStyle/>
        <a:p>
          <a:endParaRPr lang="en-US"/>
        </a:p>
      </dgm:t>
    </dgm:pt>
    <dgm:pt modelId="{041D20D9-6C68-4FF7-A54C-32FA7B26A251}">
      <dgm:prSet phldrT="[Text]"/>
      <dgm:spPr/>
      <dgm:t>
        <a:bodyPr/>
        <a:lstStyle/>
        <a:p>
          <a:r>
            <a:rPr lang="en-US" dirty="0" smtClean="0"/>
            <a:t>Graphical representation of buildings</a:t>
          </a:r>
          <a:endParaRPr lang="en-US" dirty="0"/>
        </a:p>
      </dgm:t>
    </dgm:pt>
    <dgm:pt modelId="{C575B009-58FD-44D1-8999-B35BE7CDD563}" type="parTrans" cxnId="{E85EF22C-AF41-4DD4-890F-F07B2C2E30F8}">
      <dgm:prSet/>
      <dgm:spPr/>
      <dgm:t>
        <a:bodyPr/>
        <a:lstStyle/>
        <a:p>
          <a:endParaRPr lang="en-US"/>
        </a:p>
      </dgm:t>
    </dgm:pt>
    <dgm:pt modelId="{B8E8F66D-1487-4D98-8445-98895FAD04E8}" type="sibTrans" cxnId="{E85EF22C-AF41-4DD4-890F-F07B2C2E30F8}">
      <dgm:prSet/>
      <dgm:spPr/>
      <dgm:t>
        <a:bodyPr/>
        <a:lstStyle/>
        <a:p>
          <a:endParaRPr lang="en-US"/>
        </a:p>
      </dgm:t>
    </dgm:pt>
    <dgm:pt modelId="{14E1BE40-C521-4653-B453-489DB3922092}">
      <dgm:prSet phldrT="[Text]"/>
      <dgm:spPr/>
      <dgm:t>
        <a:bodyPr/>
        <a:lstStyle/>
        <a:p>
          <a:r>
            <a:rPr lang="en-US" dirty="0" smtClean="0"/>
            <a:t>Easy to use, for end users</a:t>
          </a:r>
          <a:endParaRPr lang="en-US" dirty="0"/>
        </a:p>
      </dgm:t>
    </dgm:pt>
    <dgm:pt modelId="{2B32A1E0-CF63-458F-8A5B-684C53D660B9}" type="parTrans" cxnId="{8FB8B5C5-BE27-47F8-BCE1-8A1BDEA59409}">
      <dgm:prSet/>
      <dgm:spPr/>
      <dgm:t>
        <a:bodyPr/>
        <a:lstStyle/>
        <a:p>
          <a:endParaRPr lang="en-US"/>
        </a:p>
      </dgm:t>
    </dgm:pt>
    <dgm:pt modelId="{F30BF008-9D38-41EF-924C-C3F6820B21DE}" type="sibTrans" cxnId="{8FB8B5C5-BE27-47F8-BCE1-8A1BDEA59409}">
      <dgm:prSet/>
      <dgm:spPr/>
      <dgm:t>
        <a:bodyPr/>
        <a:lstStyle/>
        <a:p>
          <a:endParaRPr lang="en-US"/>
        </a:p>
      </dgm:t>
    </dgm:pt>
    <dgm:pt modelId="{35C352D2-FBCC-41DC-A713-633339994B2A}">
      <dgm:prSet phldrT="[Text]"/>
      <dgm:spPr/>
      <dgm:t>
        <a:bodyPr/>
        <a:lstStyle/>
        <a:p>
          <a:r>
            <a:rPr lang="en-US" dirty="0" smtClean="0"/>
            <a:t>Control Panel</a:t>
          </a:r>
          <a:endParaRPr lang="en-US" dirty="0"/>
        </a:p>
      </dgm:t>
    </dgm:pt>
    <dgm:pt modelId="{4E75FECF-4E38-4992-A505-AD70916E5ABA}" type="parTrans" cxnId="{8E6DA32C-0A0A-422A-9CC5-BD486923ED1C}">
      <dgm:prSet/>
      <dgm:spPr/>
      <dgm:t>
        <a:bodyPr/>
        <a:lstStyle/>
        <a:p>
          <a:endParaRPr lang="en-US"/>
        </a:p>
      </dgm:t>
    </dgm:pt>
    <dgm:pt modelId="{F226FC18-0EA9-4BCD-9477-B83EFC24A70B}" type="sibTrans" cxnId="{8E6DA32C-0A0A-422A-9CC5-BD486923ED1C}">
      <dgm:prSet/>
      <dgm:spPr/>
      <dgm:t>
        <a:bodyPr/>
        <a:lstStyle/>
        <a:p>
          <a:endParaRPr lang="en-US"/>
        </a:p>
      </dgm:t>
    </dgm:pt>
    <dgm:pt modelId="{7FA6CC81-DA79-4476-A27E-4A7694E36277}">
      <dgm:prSet phldrT="[Text]"/>
      <dgm:spPr/>
      <dgm:t>
        <a:bodyPr/>
        <a:lstStyle/>
        <a:p>
          <a:r>
            <a:rPr lang="en-US" dirty="0" smtClean="0"/>
            <a:t>Facilitates administrative tasks</a:t>
          </a:r>
          <a:endParaRPr lang="en-US" dirty="0"/>
        </a:p>
      </dgm:t>
    </dgm:pt>
    <dgm:pt modelId="{86E4A8B4-C29D-44EC-B771-8E51585EE9ED}" type="parTrans" cxnId="{74D209CD-D51F-44C7-815A-41C9D5707792}">
      <dgm:prSet/>
      <dgm:spPr/>
      <dgm:t>
        <a:bodyPr/>
        <a:lstStyle/>
        <a:p>
          <a:endParaRPr lang="en-US"/>
        </a:p>
      </dgm:t>
    </dgm:pt>
    <dgm:pt modelId="{5A2D8942-A72C-4152-916B-F0FA86FAADA7}" type="sibTrans" cxnId="{74D209CD-D51F-44C7-815A-41C9D5707792}">
      <dgm:prSet/>
      <dgm:spPr/>
      <dgm:t>
        <a:bodyPr/>
        <a:lstStyle/>
        <a:p>
          <a:endParaRPr lang="en-US"/>
        </a:p>
      </dgm:t>
    </dgm:pt>
    <dgm:pt modelId="{3D17DE45-296C-4DA9-B1A2-6CDA683326ED}">
      <dgm:prSet phldrT="[Text]"/>
      <dgm:spPr/>
      <dgm:t>
        <a:bodyPr/>
        <a:lstStyle/>
        <a:p>
          <a:r>
            <a:rPr lang="en-US" dirty="0" smtClean="0"/>
            <a:t>Rule-chain manipulation</a:t>
          </a:r>
          <a:endParaRPr lang="en-US" dirty="0"/>
        </a:p>
      </dgm:t>
    </dgm:pt>
    <dgm:pt modelId="{D3635FF5-951D-4740-8F26-B231E82125A9}" type="parTrans" cxnId="{00A97B8A-57F8-4ADD-A1D1-E6E9272E0C6B}">
      <dgm:prSet/>
      <dgm:spPr/>
      <dgm:t>
        <a:bodyPr/>
        <a:lstStyle/>
        <a:p>
          <a:endParaRPr lang="en-US"/>
        </a:p>
      </dgm:t>
    </dgm:pt>
    <dgm:pt modelId="{5A798714-B53D-461E-B241-48C8B9A4BBEB}" type="sibTrans" cxnId="{00A97B8A-57F8-4ADD-A1D1-E6E9272E0C6B}">
      <dgm:prSet/>
      <dgm:spPr/>
      <dgm:t>
        <a:bodyPr/>
        <a:lstStyle/>
        <a:p>
          <a:endParaRPr lang="en-US"/>
        </a:p>
      </dgm:t>
    </dgm:pt>
    <dgm:pt modelId="{B3901435-DE5F-4E96-8DD8-A5A6710E1791}">
      <dgm:prSet phldrT="[Text]"/>
      <dgm:spPr/>
      <dgm:t>
        <a:bodyPr/>
        <a:lstStyle/>
        <a:p>
          <a:r>
            <a:rPr lang="en-US" dirty="0" smtClean="0"/>
            <a:t>Mobile Web Client</a:t>
          </a:r>
          <a:endParaRPr lang="en-US" dirty="0"/>
        </a:p>
      </dgm:t>
    </dgm:pt>
    <dgm:pt modelId="{7FEDA0CE-AC0D-4294-81B3-87E65BC71C20}" type="parTrans" cxnId="{65BFDCC4-F115-4272-AE2B-A6954F0D434F}">
      <dgm:prSet/>
      <dgm:spPr/>
      <dgm:t>
        <a:bodyPr/>
        <a:lstStyle/>
        <a:p>
          <a:endParaRPr lang="en-US"/>
        </a:p>
      </dgm:t>
    </dgm:pt>
    <dgm:pt modelId="{CF271291-419C-481B-8039-E7AC15702FEB}" type="sibTrans" cxnId="{65BFDCC4-F115-4272-AE2B-A6954F0D434F}">
      <dgm:prSet/>
      <dgm:spPr/>
      <dgm:t>
        <a:bodyPr/>
        <a:lstStyle/>
        <a:p>
          <a:endParaRPr lang="en-US"/>
        </a:p>
      </dgm:t>
    </dgm:pt>
    <dgm:pt modelId="{356DB869-4B5F-43B7-9C86-E3504218F388}">
      <dgm:prSet phldrT="[Text]"/>
      <dgm:spPr/>
      <dgm:t>
        <a:bodyPr/>
        <a:lstStyle/>
        <a:p>
          <a:r>
            <a:rPr lang="en-US" dirty="0" smtClean="0"/>
            <a:t>Similar to rich client, but mobile</a:t>
          </a:r>
          <a:endParaRPr lang="en-US" dirty="0"/>
        </a:p>
      </dgm:t>
    </dgm:pt>
    <dgm:pt modelId="{83E4ED32-43C9-44DC-80F7-B02C1EB73048}" type="parTrans" cxnId="{53AB7DF0-849D-4A37-BEEE-C55BEEDECDFD}">
      <dgm:prSet/>
      <dgm:spPr/>
      <dgm:t>
        <a:bodyPr/>
        <a:lstStyle/>
        <a:p>
          <a:endParaRPr lang="en-US"/>
        </a:p>
      </dgm:t>
    </dgm:pt>
    <dgm:pt modelId="{38844E95-3E55-4D18-92F1-E1C4ECF81A3B}" type="sibTrans" cxnId="{53AB7DF0-849D-4A37-BEEE-C55BEEDECDFD}">
      <dgm:prSet/>
      <dgm:spPr/>
      <dgm:t>
        <a:bodyPr/>
        <a:lstStyle/>
        <a:p>
          <a:endParaRPr lang="en-US"/>
        </a:p>
      </dgm:t>
    </dgm:pt>
    <dgm:pt modelId="{D14AA488-89BA-4D43-AF1B-6BA0026166AB}">
      <dgm:prSet phldrT="[Text]"/>
      <dgm:spPr/>
      <dgm:t>
        <a:bodyPr/>
        <a:lstStyle/>
        <a:p>
          <a:r>
            <a:rPr lang="en-US" dirty="0" smtClean="0"/>
            <a:t>Windows Sidebar Gadgets</a:t>
          </a:r>
          <a:endParaRPr lang="en-US" dirty="0"/>
        </a:p>
      </dgm:t>
    </dgm:pt>
    <dgm:pt modelId="{C936963D-539F-4DDD-93E9-4D4462CED411}" type="parTrans" cxnId="{9FE617F1-2A3A-424A-9872-96EE15EBC6D5}">
      <dgm:prSet/>
      <dgm:spPr/>
      <dgm:t>
        <a:bodyPr/>
        <a:lstStyle/>
        <a:p>
          <a:endParaRPr lang="en-US"/>
        </a:p>
      </dgm:t>
    </dgm:pt>
    <dgm:pt modelId="{B137A17B-8271-4525-A4BB-3290CD66AF26}" type="sibTrans" cxnId="{9FE617F1-2A3A-424A-9872-96EE15EBC6D5}">
      <dgm:prSet/>
      <dgm:spPr/>
      <dgm:t>
        <a:bodyPr/>
        <a:lstStyle/>
        <a:p>
          <a:endParaRPr lang="en-US"/>
        </a:p>
      </dgm:t>
    </dgm:pt>
    <dgm:pt modelId="{5B59E28D-C17F-4717-B56E-8CBD5F1BF04C}">
      <dgm:prSet phldrT="[Text]"/>
      <dgm:spPr/>
      <dgm:t>
        <a:bodyPr/>
        <a:lstStyle/>
        <a:p>
          <a:r>
            <a:rPr lang="en-US" dirty="0" smtClean="0"/>
            <a:t>Simple interface</a:t>
          </a:r>
          <a:endParaRPr lang="en-US" dirty="0"/>
        </a:p>
      </dgm:t>
    </dgm:pt>
    <dgm:pt modelId="{A6AAAA41-4261-41D5-9B61-1C71D80A46CF}" type="parTrans" cxnId="{AE91969C-46C8-430E-AFD1-C43376E7D58E}">
      <dgm:prSet/>
      <dgm:spPr/>
      <dgm:t>
        <a:bodyPr/>
        <a:lstStyle/>
        <a:p>
          <a:endParaRPr lang="en-US"/>
        </a:p>
      </dgm:t>
    </dgm:pt>
    <dgm:pt modelId="{3CF794E5-7016-48A8-9687-9998E169E188}" type="sibTrans" cxnId="{AE91969C-46C8-430E-AFD1-C43376E7D58E}">
      <dgm:prSet/>
      <dgm:spPr/>
      <dgm:t>
        <a:bodyPr/>
        <a:lstStyle/>
        <a:p>
          <a:endParaRPr lang="en-US"/>
        </a:p>
      </dgm:t>
    </dgm:pt>
    <dgm:pt modelId="{7807129D-B673-49DB-95F3-450CE93B1704}">
      <dgm:prSet phldrT="[Text]"/>
      <dgm:spPr/>
      <dgm:t>
        <a:bodyPr/>
        <a:lstStyle/>
        <a:p>
          <a:r>
            <a:rPr lang="en-US" dirty="0" smtClean="0"/>
            <a:t>Allows viewing data and control</a:t>
          </a:r>
          <a:endParaRPr lang="en-US" dirty="0"/>
        </a:p>
      </dgm:t>
    </dgm:pt>
    <dgm:pt modelId="{B39A003D-8A5B-4832-94B9-4B056857AC6B}" type="parTrans" cxnId="{A96AB4E6-33AC-42D1-B51B-C9F61525BF4B}">
      <dgm:prSet/>
      <dgm:spPr/>
      <dgm:t>
        <a:bodyPr/>
        <a:lstStyle/>
        <a:p>
          <a:endParaRPr lang="en-US"/>
        </a:p>
      </dgm:t>
    </dgm:pt>
    <dgm:pt modelId="{758F7936-7415-4937-AA16-85D39D653FA2}" type="sibTrans" cxnId="{A96AB4E6-33AC-42D1-B51B-C9F61525BF4B}">
      <dgm:prSet/>
      <dgm:spPr/>
      <dgm:t>
        <a:bodyPr/>
        <a:lstStyle/>
        <a:p>
          <a:endParaRPr lang="en-US"/>
        </a:p>
      </dgm:t>
    </dgm:pt>
    <dgm:pt modelId="{6D3A8425-5AA9-4F80-9B12-3C778F2C85BE}">
      <dgm:prSet phldrT="[Text]"/>
      <dgm:spPr/>
      <dgm:t>
        <a:bodyPr/>
        <a:lstStyle/>
        <a:p>
          <a:r>
            <a:rPr lang="en-US" dirty="0" smtClean="0"/>
            <a:t>Accessible anywhere</a:t>
          </a:r>
          <a:endParaRPr lang="en-US" dirty="0"/>
        </a:p>
      </dgm:t>
    </dgm:pt>
    <dgm:pt modelId="{5D5AC62B-0BBB-4EE7-A854-559241AAF8E3}" type="parTrans" cxnId="{246B9316-AC83-485D-8D3B-9982106E458D}">
      <dgm:prSet/>
      <dgm:spPr/>
      <dgm:t>
        <a:bodyPr/>
        <a:lstStyle/>
        <a:p>
          <a:endParaRPr lang="en-US"/>
        </a:p>
      </dgm:t>
    </dgm:pt>
    <dgm:pt modelId="{54B2D840-E05E-4CF1-840E-84AEBAC23C54}" type="sibTrans" cxnId="{246B9316-AC83-485D-8D3B-9982106E458D}">
      <dgm:prSet/>
      <dgm:spPr/>
      <dgm:t>
        <a:bodyPr/>
        <a:lstStyle/>
        <a:p>
          <a:endParaRPr lang="en-US"/>
        </a:p>
      </dgm:t>
    </dgm:pt>
    <dgm:pt modelId="{804E74AF-D998-4BD1-BF77-658DA6FAFDA3}" type="pres">
      <dgm:prSet presAssocID="{418D9B72-5AA5-48DC-B0C8-B8E6A80D6B53}" presName="Name0" presStyleCnt="0">
        <dgm:presLayoutVars>
          <dgm:dir/>
          <dgm:animLvl val="lvl"/>
          <dgm:resizeHandles val="exact"/>
        </dgm:presLayoutVars>
      </dgm:prSet>
      <dgm:spPr/>
    </dgm:pt>
    <dgm:pt modelId="{907617AA-37AE-4810-9BB5-03625C6B1DE7}" type="pres">
      <dgm:prSet presAssocID="{8CF7F218-CABF-48F5-81DE-B61019A2B6C6}" presName="linNode" presStyleCnt="0"/>
      <dgm:spPr/>
    </dgm:pt>
    <dgm:pt modelId="{8F0DD618-9F50-4BE1-8E6B-3EB878039C44}" type="pres">
      <dgm:prSet presAssocID="{8CF7F218-CABF-48F5-81DE-B61019A2B6C6}" presName="parentText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2C2BA81-6BC0-4798-9693-EBAEE5622997}" type="pres">
      <dgm:prSet presAssocID="{8CF7F218-CABF-48F5-81DE-B61019A2B6C6}" presName="descendantText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C78BDC7-B14E-48C5-A977-54519597073C}" type="pres">
      <dgm:prSet presAssocID="{80993F25-FBEE-47D6-B70F-9ACD2BA6565B}" presName="sp" presStyleCnt="0"/>
      <dgm:spPr/>
    </dgm:pt>
    <dgm:pt modelId="{12119147-ED2E-41AA-AD22-03CCFDC332A6}" type="pres">
      <dgm:prSet presAssocID="{35C352D2-FBCC-41DC-A713-633339994B2A}" presName="linNode" presStyleCnt="0"/>
      <dgm:spPr/>
    </dgm:pt>
    <dgm:pt modelId="{F036F5B6-3203-4F1B-8D7E-9488D3C91B5B}" type="pres">
      <dgm:prSet presAssocID="{35C352D2-FBCC-41DC-A713-633339994B2A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8B958DA1-5DDE-4A43-BE01-DEE0ABF30B81}" type="pres">
      <dgm:prSet presAssocID="{35C352D2-FBCC-41DC-A713-633339994B2A}" presName="descendantText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401D58D-F0CF-4F5C-B334-8CF06094C1E2}" type="pres">
      <dgm:prSet presAssocID="{F226FC18-0EA9-4BCD-9477-B83EFC24A70B}" presName="sp" presStyleCnt="0"/>
      <dgm:spPr/>
    </dgm:pt>
    <dgm:pt modelId="{A2A849CB-0DE1-4250-B7F9-2B6697F0030B}" type="pres">
      <dgm:prSet presAssocID="{B3901435-DE5F-4E96-8DD8-A5A6710E1791}" presName="linNode" presStyleCnt="0"/>
      <dgm:spPr/>
    </dgm:pt>
    <dgm:pt modelId="{64F1D166-7CE6-4D4B-AF75-70EE87197DF7}" type="pres">
      <dgm:prSet presAssocID="{B3901435-DE5F-4E96-8DD8-A5A6710E1791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51B9492E-BDD9-46F9-AEA5-F82FED0BDB33}" type="pres">
      <dgm:prSet presAssocID="{B3901435-DE5F-4E96-8DD8-A5A6710E1791}" presName="descendantText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E518A6-70E0-48C0-9350-273204198EB3}" type="pres">
      <dgm:prSet presAssocID="{CF271291-419C-481B-8039-E7AC15702FEB}" presName="sp" presStyleCnt="0"/>
      <dgm:spPr/>
    </dgm:pt>
    <dgm:pt modelId="{413E4067-D515-43C9-9867-FCD327AACE49}" type="pres">
      <dgm:prSet presAssocID="{D14AA488-89BA-4D43-AF1B-6BA0026166AB}" presName="linNode" presStyleCnt="0"/>
      <dgm:spPr/>
    </dgm:pt>
    <dgm:pt modelId="{325714B3-FAD3-4C32-B5C6-203D1FAF24BA}" type="pres">
      <dgm:prSet presAssocID="{D14AA488-89BA-4D43-AF1B-6BA0026166AB}" presName="parentText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B33860A-1F21-48B3-ABC9-4BB37CAA0DDB}" type="pres">
      <dgm:prSet presAssocID="{D14AA488-89BA-4D43-AF1B-6BA0026166AB}" presName="descendantText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1AA7C0C-92B0-4EA8-82D9-0FBD907F2C8C}" type="presOf" srcId="{3D17DE45-296C-4DA9-B1A2-6CDA683326ED}" destId="{8B958DA1-5DDE-4A43-BE01-DEE0ABF30B81}" srcOrd="0" destOrd="1" presId="urn:microsoft.com/office/officeart/2005/8/layout/vList5"/>
    <dgm:cxn modelId="{A96AB4E6-33AC-42D1-B51B-C9F61525BF4B}" srcId="{D14AA488-89BA-4D43-AF1B-6BA0026166AB}" destId="{7807129D-B673-49DB-95F3-450CE93B1704}" srcOrd="1" destOrd="0" parTransId="{B39A003D-8A5B-4832-94B9-4B056857AC6B}" sibTransId="{758F7936-7415-4937-AA16-85D39D653FA2}"/>
    <dgm:cxn modelId="{0E64B6B1-83BA-4B91-9458-4DA01CF0F595}" type="presOf" srcId="{356DB869-4B5F-43B7-9C86-E3504218F388}" destId="{51B9492E-BDD9-46F9-AEA5-F82FED0BDB33}" srcOrd="0" destOrd="0" presId="urn:microsoft.com/office/officeart/2005/8/layout/vList5"/>
    <dgm:cxn modelId="{F5F17B6D-C71F-468E-A373-41BDD9EC5F44}" type="presOf" srcId="{D14AA488-89BA-4D43-AF1B-6BA0026166AB}" destId="{325714B3-FAD3-4C32-B5C6-203D1FAF24BA}" srcOrd="0" destOrd="0" presId="urn:microsoft.com/office/officeart/2005/8/layout/vList5"/>
    <dgm:cxn modelId="{D3502ADD-F967-4976-88D7-7EB1D0B54BFC}" type="presOf" srcId="{7FA6CC81-DA79-4476-A27E-4A7694E36277}" destId="{8B958DA1-5DDE-4A43-BE01-DEE0ABF30B81}" srcOrd="0" destOrd="0" presId="urn:microsoft.com/office/officeart/2005/8/layout/vList5"/>
    <dgm:cxn modelId="{8E6DA32C-0A0A-422A-9CC5-BD486923ED1C}" srcId="{418D9B72-5AA5-48DC-B0C8-B8E6A80D6B53}" destId="{35C352D2-FBCC-41DC-A713-633339994B2A}" srcOrd="1" destOrd="0" parTransId="{4E75FECF-4E38-4992-A505-AD70916E5ABA}" sibTransId="{F226FC18-0EA9-4BCD-9477-B83EFC24A70B}"/>
    <dgm:cxn modelId="{12125FCD-585B-442E-8937-9D762DA41ED0}" type="presOf" srcId="{041D20D9-6C68-4FF7-A54C-32FA7B26A251}" destId="{A2C2BA81-6BC0-4798-9693-EBAEE5622997}" srcOrd="0" destOrd="0" presId="urn:microsoft.com/office/officeart/2005/8/layout/vList5"/>
    <dgm:cxn modelId="{C6EC49B8-7E23-4D7E-93AA-A1568586B104}" srcId="{418D9B72-5AA5-48DC-B0C8-B8E6A80D6B53}" destId="{8CF7F218-CABF-48F5-81DE-B61019A2B6C6}" srcOrd="0" destOrd="0" parTransId="{76EC7898-F72A-4B2F-B5AA-EA916798A1BC}" sibTransId="{80993F25-FBEE-47D6-B70F-9ACD2BA6565B}"/>
    <dgm:cxn modelId="{50C07530-399B-4CEE-A529-9F7B9C686C28}" type="presOf" srcId="{7807129D-B673-49DB-95F3-450CE93B1704}" destId="{0B33860A-1F21-48B3-ABC9-4BB37CAA0DDB}" srcOrd="0" destOrd="1" presId="urn:microsoft.com/office/officeart/2005/8/layout/vList5"/>
    <dgm:cxn modelId="{12EF77B2-FDAA-4806-BF6A-2D7FDB24CD70}" type="presOf" srcId="{14E1BE40-C521-4653-B453-489DB3922092}" destId="{A2C2BA81-6BC0-4798-9693-EBAEE5622997}" srcOrd="0" destOrd="1" presId="urn:microsoft.com/office/officeart/2005/8/layout/vList5"/>
    <dgm:cxn modelId="{246B9316-AC83-485D-8D3B-9982106E458D}" srcId="{B3901435-DE5F-4E96-8DD8-A5A6710E1791}" destId="{6D3A8425-5AA9-4F80-9B12-3C778F2C85BE}" srcOrd="1" destOrd="0" parTransId="{5D5AC62B-0BBB-4EE7-A854-559241AAF8E3}" sibTransId="{54B2D840-E05E-4CF1-840E-84AEBAC23C54}"/>
    <dgm:cxn modelId="{A32CDAB1-0C43-45A1-8FBB-98B8D9157D6D}" type="presOf" srcId="{8CF7F218-CABF-48F5-81DE-B61019A2B6C6}" destId="{8F0DD618-9F50-4BE1-8E6B-3EB878039C44}" srcOrd="0" destOrd="0" presId="urn:microsoft.com/office/officeart/2005/8/layout/vList5"/>
    <dgm:cxn modelId="{F7D5249B-CD35-4EF5-9EF4-430284132B3C}" type="presOf" srcId="{35C352D2-FBCC-41DC-A713-633339994B2A}" destId="{F036F5B6-3203-4F1B-8D7E-9488D3C91B5B}" srcOrd="0" destOrd="0" presId="urn:microsoft.com/office/officeart/2005/8/layout/vList5"/>
    <dgm:cxn modelId="{9FE617F1-2A3A-424A-9872-96EE15EBC6D5}" srcId="{418D9B72-5AA5-48DC-B0C8-B8E6A80D6B53}" destId="{D14AA488-89BA-4D43-AF1B-6BA0026166AB}" srcOrd="3" destOrd="0" parTransId="{C936963D-539F-4DDD-93E9-4D4462CED411}" sibTransId="{B137A17B-8271-4525-A4BB-3290CD66AF26}"/>
    <dgm:cxn modelId="{8FB8B5C5-BE27-47F8-BCE1-8A1BDEA59409}" srcId="{8CF7F218-CABF-48F5-81DE-B61019A2B6C6}" destId="{14E1BE40-C521-4653-B453-489DB3922092}" srcOrd="1" destOrd="0" parTransId="{2B32A1E0-CF63-458F-8A5B-684C53D660B9}" sibTransId="{F30BF008-9D38-41EF-924C-C3F6820B21DE}"/>
    <dgm:cxn modelId="{7F1B60EA-3DC7-4DD6-8805-ABAF34698D38}" type="presOf" srcId="{6D3A8425-5AA9-4F80-9B12-3C778F2C85BE}" destId="{51B9492E-BDD9-46F9-AEA5-F82FED0BDB33}" srcOrd="0" destOrd="1" presId="urn:microsoft.com/office/officeart/2005/8/layout/vList5"/>
    <dgm:cxn modelId="{00A97B8A-57F8-4ADD-A1D1-E6E9272E0C6B}" srcId="{35C352D2-FBCC-41DC-A713-633339994B2A}" destId="{3D17DE45-296C-4DA9-B1A2-6CDA683326ED}" srcOrd="1" destOrd="0" parTransId="{D3635FF5-951D-4740-8F26-B231E82125A9}" sibTransId="{5A798714-B53D-461E-B241-48C8B9A4BBEB}"/>
    <dgm:cxn modelId="{78FBB565-5780-4B16-B696-64C6D4D28511}" type="presOf" srcId="{B3901435-DE5F-4E96-8DD8-A5A6710E1791}" destId="{64F1D166-7CE6-4D4B-AF75-70EE87197DF7}" srcOrd="0" destOrd="0" presId="urn:microsoft.com/office/officeart/2005/8/layout/vList5"/>
    <dgm:cxn modelId="{74D209CD-D51F-44C7-815A-41C9D5707792}" srcId="{35C352D2-FBCC-41DC-A713-633339994B2A}" destId="{7FA6CC81-DA79-4476-A27E-4A7694E36277}" srcOrd="0" destOrd="0" parTransId="{86E4A8B4-C29D-44EC-B771-8E51585EE9ED}" sibTransId="{5A2D8942-A72C-4152-916B-F0FA86FAADA7}"/>
    <dgm:cxn modelId="{65BFDCC4-F115-4272-AE2B-A6954F0D434F}" srcId="{418D9B72-5AA5-48DC-B0C8-B8E6A80D6B53}" destId="{B3901435-DE5F-4E96-8DD8-A5A6710E1791}" srcOrd="2" destOrd="0" parTransId="{7FEDA0CE-AC0D-4294-81B3-87E65BC71C20}" sibTransId="{CF271291-419C-481B-8039-E7AC15702FEB}"/>
    <dgm:cxn modelId="{53AB7DF0-849D-4A37-BEEE-C55BEEDECDFD}" srcId="{B3901435-DE5F-4E96-8DD8-A5A6710E1791}" destId="{356DB869-4B5F-43B7-9C86-E3504218F388}" srcOrd="0" destOrd="0" parTransId="{83E4ED32-43C9-44DC-80F7-B02C1EB73048}" sibTransId="{38844E95-3E55-4D18-92F1-E1C4ECF81A3B}"/>
    <dgm:cxn modelId="{99E69F8A-352D-4776-AD7F-6DD9CF2CD4D8}" type="presOf" srcId="{418D9B72-5AA5-48DC-B0C8-B8E6A80D6B53}" destId="{804E74AF-D998-4BD1-BF77-658DA6FAFDA3}" srcOrd="0" destOrd="0" presId="urn:microsoft.com/office/officeart/2005/8/layout/vList5"/>
    <dgm:cxn modelId="{E85EF22C-AF41-4DD4-890F-F07B2C2E30F8}" srcId="{8CF7F218-CABF-48F5-81DE-B61019A2B6C6}" destId="{041D20D9-6C68-4FF7-A54C-32FA7B26A251}" srcOrd="0" destOrd="0" parTransId="{C575B009-58FD-44D1-8999-B35BE7CDD563}" sibTransId="{B8E8F66D-1487-4D98-8445-98895FAD04E8}"/>
    <dgm:cxn modelId="{AE91969C-46C8-430E-AFD1-C43376E7D58E}" srcId="{D14AA488-89BA-4D43-AF1B-6BA0026166AB}" destId="{5B59E28D-C17F-4717-B56E-8CBD5F1BF04C}" srcOrd="0" destOrd="0" parTransId="{A6AAAA41-4261-41D5-9B61-1C71D80A46CF}" sibTransId="{3CF794E5-7016-48A8-9687-9998E169E188}"/>
    <dgm:cxn modelId="{5655297F-348A-4375-B3AE-A36F181C4AA7}" type="presOf" srcId="{5B59E28D-C17F-4717-B56E-8CBD5F1BF04C}" destId="{0B33860A-1F21-48B3-ABC9-4BB37CAA0DDB}" srcOrd="0" destOrd="0" presId="urn:microsoft.com/office/officeart/2005/8/layout/vList5"/>
    <dgm:cxn modelId="{33C3BC18-45B6-45E3-89C8-70440886F970}" type="presParOf" srcId="{804E74AF-D998-4BD1-BF77-658DA6FAFDA3}" destId="{907617AA-37AE-4810-9BB5-03625C6B1DE7}" srcOrd="0" destOrd="0" presId="urn:microsoft.com/office/officeart/2005/8/layout/vList5"/>
    <dgm:cxn modelId="{E39829D2-DFF2-4C1B-A414-7AB0FB7BC7CE}" type="presParOf" srcId="{907617AA-37AE-4810-9BB5-03625C6B1DE7}" destId="{8F0DD618-9F50-4BE1-8E6B-3EB878039C44}" srcOrd="0" destOrd="0" presId="urn:microsoft.com/office/officeart/2005/8/layout/vList5"/>
    <dgm:cxn modelId="{164B867A-5692-484F-8506-592466E4C4D9}" type="presParOf" srcId="{907617AA-37AE-4810-9BB5-03625C6B1DE7}" destId="{A2C2BA81-6BC0-4798-9693-EBAEE5622997}" srcOrd="1" destOrd="0" presId="urn:microsoft.com/office/officeart/2005/8/layout/vList5"/>
    <dgm:cxn modelId="{2EC3DE1B-7608-4160-80B5-E396D64EC144}" type="presParOf" srcId="{804E74AF-D998-4BD1-BF77-658DA6FAFDA3}" destId="{2C78BDC7-B14E-48C5-A977-54519597073C}" srcOrd="1" destOrd="0" presId="urn:microsoft.com/office/officeart/2005/8/layout/vList5"/>
    <dgm:cxn modelId="{68D42198-6837-46C0-AA88-1EE3E4014360}" type="presParOf" srcId="{804E74AF-D998-4BD1-BF77-658DA6FAFDA3}" destId="{12119147-ED2E-41AA-AD22-03CCFDC332A6}" srcOrd="2" destOrd="0" presId="urn:microsoft.com/office/officeart/2005/8/layout/vList5"/>
    <dgm:cxn modelId="{7E8B2D75-D83A-426C-B0A6-F5AA52C59034}" type="presParOf" srcId="{12119147-ED2E-41AA-AD22-03CCFDC332A6}" destId="{F036F5B6-3203-4F1B-8D7E-9488D3C91B5B}" srcOrd="0" destOrd="0" presId="urn:microsoft.com/office/officeart/2005/8/layout/vList5"/>
    <dgm:cxn modelId="{1366F423-83B4-4C4E-9A5B-F1BF2B7D0993}" type="presParOf" srcId="{12119147-ED2E-41AA-AD22-03CCFDC332A6}" destId="{8B958DA1-5DDE-4A43-BE01-DEE0ABF30B81}" srcOrd="1" destOrd="0" presId="urn:microsoft.com/office/officeart/2005/8/layout/vList5"/>
    <dgm:cxn modelId="{CF358204-1082-43F6-8B6A-3FC51619A1DB}" type="presParOf" srcId="{804E74AF-D998-4BD1-BF77-658DA6FAFDA3}" destId="{7401D58D-F0CF-4F5C-B334-8CF06094C1E2}" srcOrd="3" destOrd="0" presId="urn:microsoft.com/office/officeart/2005/8/layout/vList5"/>
    <dgm:cxn modelId="{2612D86F-22CD-46FD-B933-5390063CCCEF}" type="presParOf" srcId="{804E74AF-D998-4BD1-BF77-658DA6FAFDA3}" destId="{A2A849CB-0DE1-4250-B7F9-2B6697F0030B}" srcOrd="4" destOrd="0" presId="urn:microsoft.com/office/officeart/2005/8/layout/vList5"/>
    <dgm:cxn modelId="{0FD0730C-EAF0-43A7-BE0D-05A7D2A15DF0}" type="presParOf" srcId="{A2A849CB-0DE1-4250-B7F9-2B6697F0030B}" destId="{64F1D166-7CE6-4D4B-AF75-70EE87197DF7}" srcOrd="0" destOrd="0" presId="urn:microsoft.com/office/officeart/2005/8/layout/vList5"/>
    <dgm:cxn modelId="{69B9DEF6-355E-4D39-A8F7-316DBEB166A1}" type="presParOf" srcId="{A2A849CB-0DE1-4250-B7F9-2B6697F0030B}" destId="{51B9492E-BDD9-46F9-AEA5-F82FED0BDB33}" srcOrd="1" destOrd="0" presId="urn:microsoft.com/office/officeart/2005/8/layout/vList5"/>
    <dgm:cxn modelId="{32973E39-EB92-4FE3-AD95-C9E48A9AE69E}" type="presParOf" srcId="{804E74AF-D998-4BD1-BF77-658DA6FAFDA3}" destId="{F1E518A6-70E0-48C0-9350-273204198EB3}" srcOrd="5" destOrd="0" presId="urn:microsoft.com/office/officeart/2005/8/layout/vList5"/>
    <dgm:cxn modelId="{A8499460-E862-438A-91BB-FC4BA7DAB430}" type="presParOf" srcId="{804E74AF-D998-4BD1-BF77-658DA6FAFDA3}" destId="{413E4067-D515-43C9-9867-FCD327AACE49}" srcOrd="6" destOrd="0" presId="urn:microsoft.com/office/officeart/2005/8/layout/vList5"/>
    <dgm:cxn modelId="{2F1D9813-7331-4B7E-B10A-F212BB08363F}" type="presParOf" srcId="{413E4067-D515-43C9-9867-FCD327AACE49}" destId="{325714B3-FAD3-4C32-B5C6-203D1FAF24BA}" srcOrd="0" destOrd="0" presId="urn:microsoft.com/office/officeart/2005/8/layout/vList5"/>
    <dgm:cxn modelId="{27CEBCB5-3B6E-493D-A813-13BF386192E9}" type="presParOf" srcId="{413E4067-D515-43C9-9867-FCD327AACE49}" destId="{0B33860A-1F21-48B3-ABC9-4BB37CAA0DDB}" srcOrd="1" destOrd="0" presId="urn:microsoft.com/office/officeart/2005/8/layout/vList5"/>
  </dgm:cxnLst>
  <dgm:bg/>
  <dgm:whole/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DF9B5ED-0F38-40B6-8A04-D1DB3D722813}" type="doc">
      <dgm:prSet loTypeId="urn:microsoft.com/office/officeart/2005/8/layout/default" loCatId="list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E43A2EC-2FFC-4C51-9A43-4168A22954D8}">
      <dgm:prSet phldrT="[Text]"/>
      <dgm:spPr/>
      <dgm:t>
        <a:bodyPr/>
        <a:lstStyle/>
        <a:p>
          <a:r>
            <a:rPr lang="en-US" dirty="0" smtClean="0"/>
            <a:t>Temperature</a:t>
          </a:r>
          <a:endParaRPr lang="en-US" dirty="0"/>
        </a:p>
      </dgm:t>
    </dgm:pt>
    <dgm:pt modelId="{2E1B19B2-E7AE-472A-9BE1-B267F20F6722}" type="parTrans" cxnId="{4F61F5EF-5769-4D65-8D60-887388E8F4F7}">
      <dgm:prSet/>
      <dgm:spPr/>
      <dgm:t>
        <a:bodyPr/>
        <a:lstStyle/>
        <a:p>
          <a:endParaRPr lang="en-US"/>
        </a:p>
      </dgm:t>
    </dgm:pt>
    <dgm:pt modelId="{7AF65BC1-FD9C-41E2-B3BB-E8AA2308ECB1}" type="sibTrans" cxnId="{4F61F5EF-5769-4D65-8D60-887388E8F4F7}">
      <dgm:prSet/>
      <dgm:spPr/>
      <dgm:t>
        <a:bodyPr/>
        <a:lstStyle/>
        <a:p>
          <a:endParaRPr lang="en-US"/>
        </a:p>
      </dgm:t>
    </dgm:pt>
    <dgm:pt modelId="{F333A455-66D3-4718-91B0-A152087F0B78}">
      <dgm:prSet phldrT="[Text]"/>
      <dgm:spPr/>
      <dgm:t>
        <a:bodyPr/>
        <a:lstStyle/>
        <a:p>
          <a:r>
            <a:rPr lang="en-US" dirty="0" smtClean="0"/>
            <a:t>Luminosity</a:t>
          </a:r>
          <a:endParaRPr lang="en-US" dirty="0"/>
        </a:p>
      </dgm:t>
    </dgm:pt>
    <dgm:pt modelId="{57BEC020-46AA-447C-B5AB-DE31C8C8760D}" type="parTrans" cxnId="{2C6F5A54-CE2D-471D-B935-1A2E444B6329}">
      <dgm:prSet/>
      <dgm:spPr/>
      <dgm:t>
        <a:bodyPr/>
        <a:lstStyle/>
        <a:p>
          <a:endParaRPr lang="en-US"/>
        </a:p>
      </dgm:t>
    </dgm:pt>
    <dgm:pt modelId="{2B7400B9-14BA-48E3-9469-2A50A54AB23B}" type="sibTrans" cxnId="{2C6F5A54-CE2D-471D-B935-1A2E444B6329}">
      <dgm:prSet/>
      <dgm:spPr/>
      <dgm:t>
        <a:bodyPr/>
        <a:lstStyle/>
        <a:p>
          <a:endParaRPr lang="en-US"/>
        </a:p>
      </dgm:t>
    </dgm:pt>
    <dgm:pt modelId="{EF1388BF-7129-45FD-8D6F-EA6707B87962}">
      <dgm:prSet phldrT="[Text]"/>
      <dgm:spPr/>
      <dgm:t>
        <a:bodyPr/>
        <a:lstStyle/>
        <a:p>
          <a:r>
            <a:rPr lang="en-US" dirty="0" smtClean="0"/>
            <a:t>RFID</a:t>
          </a:r>
          <a:endParaRPr lang="en-US" dirty="0"/>
        </a:p>
      </dgm:t>
    </dgm:pt>
    <dgm:pt modelId="{6BA5DA25-B48B-4FBA-8180-79ACA3974E6A}" type="parTrans" cxnId="{70D56F44-1AA4-4FD3-AD15-BF3915B9742F}">
      <dgm:prSet/>
      <dgm:spPr/>
      <dgm:t>
        <a:bodyPr/>
        <a:lstStyle/>
        <a:p>
          <a:endParaRPr lang="en-US"/>
        </a:p>
      </dgm:t>
    </dgm:pt>
    <dgm:pt modelId="{98EEF575-15B1-4620-8B5F-114768D01F2F}" type="sibTrans" cxnId="{70D56F44-1AA4-4FD3-AD15-BF3915B9742F}">
      <dgm:prSet/>
      <dgm:spPr/>
      <dgm:t>
        <a:bodyPr/>
        <a:lstStyle/>
        <a:p>
          <a:endParaRPr lang="en-US"/>
        </a:p>
      </dgm:t>
    </dgm:pt>
    <dgm:pt modelId="{C6A0D7C3-FFD1-403A-9E0E-2AA668EC7646}">
      <dgm:prSet phldrT="[Text]"/>
      <dgm:spPr/>
      <dgm:t>
        <a:bodyPr/>
        <a:lstStyle/>
        <a:p>
          <a:r>
            <a:rPr lang="en-US" dirty="0" smtClean="0"/>
            <a:t>Motion</a:t>
          </a:r>
          <a:endParaRPr lang="en-US" dirty="0"/>
        </a:p>
      </dgm:t>
    </dgm:pt>
    <dgm:pt modelId="{17BC536F-4828-4743-B134-F2A616A57F89}" type="parTrans" cxnId="{61733172-A9E2-4952-A257-6458CC775D7F}">
      <dgm:prSet/>
      <dgm:spPr/>
      <dgm:t>
        <a:bodyPr/>
        <a:lstStyle/>
        <a:p>
          <a:endParaRPr lang="en-US"/>
        </a:p>
      </dgm:t>
    </dgm:pt>
    <dgm:pt modelId="{9F097BCD-AAC7-4AF7-A878-1F3496DCF317}" type="sibTrans" cxnId="{61733172-A9E2-4952-A257-6458CC775D7F}">
      <dgm:prSet/>
      <dgm:spPr/>
      <dgm:t>
        <a:bodyPr/>
        <a:lstStyle/>
        <a:p>
          <a:endParaRPr lang="en-US"/>
        </a:p>
      </dgm:t>
    </dgm:pt>
    <dgm:pt modelId="{D28AEE13-39D7-4BD6-9EA2-DE6FEFB1BB80}">
      <dgm:prSet phldrT="[Text]"/>
      <dgm:spPr/>
      <dgm:t>
        <a:bodyPr/>
        <a:lstStyle/>
        <a:p>
          <a:r>
            <a:rPr lang="en-US" dirty="0" smtClean="0"/>
            <a:t>Acceleration</a:t>
          </a:r>
          <a:endParaRPr lang="en-US" dirty="0"/>
        </a:p>
      </dgm:t>
    </dgm:pt>
    <dgm:pt modelId="{DD5B0990-0995-4D60-99E8-0F2EAB1B4CF8}" type="parTrans" cxnId="{AF28B3C8-6460-4DD4-9058-1C4BBB659E48}">
      <dgm:prSet/>
      <dgm:spPr/>
      <dgm:t>
        <a:bodyPr/>
        <a:lstStyle/>
        <a:p>
          <a:endParaRPr lang="en-US"/>
        </a:p>
      </dgm:t>
    </dgm:pt>
    <dgm:pt modelId="{F3BE5264-244E-404A-AD13-3D57FF95B075}" type="sibTrans" cxnId="{AF28B3C8-6460-4DD4-9058-1C4BBB659E48}">
      <dgm:prSet/>
      <dgm:spPr/>
      <dgm:t>
        <a:bodyPr/>
        <a:lstStyle/>
        <a:p>
          <a:endParaRPr lang="en-US"/>
        </a:p>
      </dgm:t>
    </dgm:pt>
    <dgm:pt modelId="{20BBEF3A-0876-468C-8A91-B0051071247C}">
      <dgm:prSet phldrT="[Text]"/>
      <dgm:spPr/>
      <dgm:t>
        <a:bodyPr/>
        <a:lstStyle/>
        <a:p>
          <a:r>
            <a:rPr lang="en-US" dirty="0" smtClean="0"/>
            <a:t>AC Power</a:t>
          </a:r>
          <a:endParaRPr lang="en-US" dirty="0"/>
        </a:p>
      </dgm:t>
    </dgm:pt>
    <dgm:pt modelId="{66C7CAF4-C965-4652-B467-4165ACDF73CC}" type="parTrans" cxnId="{58D1F726-50A7-4321-9C7E-613EEE19754B}">
      <dgm:prSet/>
      <dgm:spPr/>
      <dgm:t>
        <a:bodyPr/>
        <a:lstStyle/>
        <a:p>
          <a:endParaRPr lang="en-US"/>
        </a:p>
      </dgm:t>
    </dgm:pt>
    <dgm:pt modelId="{C4786A76-FCC4-490D-8D20-0EEB04ADC164}" type="sibTrans" cxnId="{58D1F726-50A7-4321-9C7E-613EEE19754B}">
      <dgm:prSet/>
      <dgm:spPr/>
      <dgm:t>
        <a:bodyPr/>
        <a:lstStyle/>
        <a:p>
          <a:endParaRPr lang="en-US"/>
        </a:p>
      </dgm:t>
    </dgm:pt>
    <dgm:pt modelId="{795AE9AA-0293-4C70-87BD-DDA7FCDB16A5}" type="pres">
      <dgm:prSet presAssocID="{5DF9B5ED-0F38-40B6-8A04-D1DB3D722813}" presName="diagram" presStyleCnt="0">
        <dgm:presLayoutVars>
          <dgm:dir/>
          <dgm:resizeHandles val="exact"/>
        </dgm:presLayoutVars>
      </dgm:prSet>
      <dgm:spPr/>
    </dgm:pt>
    <dgm:pt modelId="{26638649-4CCB-497F-BACB-EC181A1EB29E}" type="pres">
      <dgm:prSet presAssocID="{8E43A2EC-2FFC-4C51-9A43-4168A22954D8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465A9D-DADB-4DDC-97CB-4B6D2F46810D}" type="pres">
      <dgm:prSet presAssocID="{7AF65BC1-FD9C-41E2-B3BB-E8AA2308ECB1}" presName="sibTrans" presStyleCnt="0"/>
      <dgm:spPr/>
    </dgm:pt>
    <dgm:pt modelId="{86899998-69C8-4587-9A3A-0E2A6C23AE71}" type="pres">
      <dgm:prSet presAssocID="{F333A455-66D3-4718-91B0-A152087F0B78}" presName="node" presStyleLbl="node1" presStyleIdx="1" presStyleCnt="6">
        <dgm:presLayoutVars>
          <dgm:bulletEnabled val="1"/>
        </dgm:presLayoutVars>
      </dgm:prSet>
      <dgm:spPr/>
    </dgm:pt>
    <dgm:pt modelId="{CA4514B0-9BE2-4781-9C24-E2ACA4D2B82E}" type="pres">
      <dgm:prSet presAssocID="{2B7400B9-14BA-48E3-9469-2A50A54AB23B}" presName="sibTrans" presStyleCnt="0"/>
      <dgm:spPr/>
    </dgm:pt>
    <dgm:pt modelId="{D0F7D376-F4E3-48CB-8CEA-9CD9E9F722FD}" type="pres">
      <dgm:prSet presAssocID="{EF1388BF-7129-45FD-8D6F-EA6707B87962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3D600DC-434F-4307-BA76-637286D7D035}" type="pres">
      <dgm:prSet presAssocID="{98EEF575-15B1-4620-8B5F-114768D01F2F}" presName="sibTrans" presStyleCnt="0"/>
      <dgm:spPr/>
    </dgm:pt>
    <dgm:pt modelId="{57753577-07B3-4628-BE87-36712DA89342}" type="pres">
      <dgm:prSet presAssocID="{C6A0D7C3-FFD1-403A-9E0E-2AA668EC7646}" presName="node" presStyleLbl="node1" presStyleIdx="3" presStyleCnt="6">
        <dgm:presLayoutVars>
          <dgm:bulletEnabled val="1"/>
        </dgm:presLayoutVars>
      </dgm:prSet>
      <dgm:spPr/>
    </dgm:pt>
    <dgm:pt modelId="{550D59C3-2EA1-417A-9DFB-7163D01861ED}" type="pres">
      <dgm:prSet presAssocID="{9F097BCD-AAC7-4AF7-A878-1F3496DCF317}" presName="sibTrans" presStyleCnt="0"/>
      <dgm:spPr/>
    </dgm:pt>
    <dgm:pt modelId="{53283320-5984-4DD5-B0F8-2FCC3514A88E}" type="pres">
      <dgm:prSet presAssocID="{D28AEE13-39D7-4BD6-9EA2-DE6FEFB1BB80}" presName="node" presStyleLbl="node1" presStyleIdx="4" presStyleCnt="6">
        <dgm:presLayoutVars>
          <dgm:bulletEnabled val="1"/>
        </dgm:presLayoutVars>
      </dgm:prSet>
      <dgm:spPr/>
    </dgm:pt>
    <dgm:pt modelId="{92B27D22-AF50-4357-80DC-168149F32EA3}" type="pres">
      <dgm:prSet presAssocID="{F3BE5264-244E-404A-AD13-3D57FF95B075}" presName="sibTrans" presStyleCnt="0"/>
      <dgm:spPr/>
    </dgm:pt>
    <dgm:pt modelId="{06298985-0F67-4C8E-AA69-D626B015D32F}" type="pres">
      <dgm:prSet presAssocID="{20BBEF3A-0876-468C-8A91-B0051071247C}" presName="node" presStyleLbl="node1" presStyleIdx="5" presStyleCnt="6">
        <dgm:presLayoutVars>
          <dgm:bulletEnabled val="1"/>
        </dgm:presLayoutVars>
      </dgm:prSet>
      <dgm:spPr/>
    </dgm:pt>
  </dgm:ptLst>
  <dgm:cxnLst>
    <dgm:cxn modelId="{303F4B78-B320-434F-8C84-5AE14376E549}" type="presOf" srcId="{EF1388BF-7129-45FD-8D6F-EA6707B87962}" destId="{D0F7D376-F4E3-48CB-8CEA-9CD9E9F722FD}" srcOrd="0" destOrd="0" presId="urn:microsoft.com/office/officeart/2005/8/layout/default"/>
    <dgm:cxn modelId="{4F61F5EF-5769-4D65-8D60-887388E8F4F7}" srcId="{5DF9B5ED-0F38-40B6-8A04-D1DB3D722813}" destId="{8E43A2EC-2FFC-4C51-9A43-4168A22954D8}" srcOrd="0" destOrd="0" parTransId="{2E1B19B2-E7AE-472A-9BE1-B267F20F6722}" sibTransId="{7AF65BC1-FD9C-41E2-B3BB-E8AA2308ECB1}"/>
    <dgm:cxn modelId="{AF28B3C8-6460-4DD4-9058-1C4BBB659E48}" srcId="{5DF9B5ED-0F38-40B6-8A04-D1DB3D722813}" destId="{D28AEE13-39D7-4BD6-9EA2-DE6FEFB1BB80}" srcOrd="4" destOrd="0" parTransId="{DD5B0990-0995-4D60-99E8-0F2EAB1B4CF8}" sibTransId="{F3BE5264-244E-404A-AD13-3D57FF95B075}"/>
    <dgm:cxn modelId="{4DAE35F7-1FCB-44CC-B1BE-52F9424F0B74}" type="presOf" srcId="{F333A455-66D3-4718-91B0-A152087F0B78}" destId="{86899998-69C8-4587-9A3A-0E2A6C23AE71}" srcOrd="0" destOrd="0" presId="urn:microsoft.com/office/officeart/2005/8/layout/default"/>
    <dgm:cxn modelId="{FDFF938F-919F-498E-BF02-E54D94830EC5}" type="presOf" srcId="{20BBEF3A-0876-468C-8A91-B0051071247C}" destId="{06298985-0F67-4C8E-AA69-D626B015D32F}" srcOrd="0" destOrd="0" presId="urn:microsoft.com/office/officeart/2005/8/layout/default"/>
    <dgm:cxn modelId="{61733172-A9E2-4952-A257-6458CC775D7F}" srcId="{5DF9B5ED-0F38-40B6-8A04-D1DB3D722813}" destId="{C6A0D7C3-FFD1-403A-9E0E-2AA668EC7646}" srcOrd="3" destOrd="0" parTransId="{17BC536F-4828-4743-B134-F2A616A57F89}" sibTransId="{9F097BCD-AAC7-4AF7-A878-1F3496DCF317}"/>
    <dgm:cxn modelId="{70D56F44-1AA4-4FD3-AD15-BF3915B9742F}" srcId="{5DF9B5ED-0F38-40B6-8A04-D1DB3D722813}" destId="{EF1388BF-7129-45FD-8D6F-EA6707B87962}" srcOrd="2" destOrd="0" parTransId="{6BA5DA25-B48B-4FBA-8180-79ACA3974E6A}" sibTransId="{98EEF575-15B1-4620-8B5F-114768D01F2F}"/>
    <dgm:cxn modelId="{C2289CAD-1854-4D1F-9074-95527EB797C2}" type="presOf" srcId="{D28AEE13-39D7-4BD6-9EA2-DE6FEFB1BB80}" destId="{53283320-5984-4DD5-B0F8-2FCC3514A88E}" srcOrd="0" destOrd="0" presId="urn:microsoft.com/office/officeart/2005/8/layout/default"/>
    <dgm:cxn modelId="{54ED5362-34A4-4587-953A-4379E35B3AC8}" type="presOf" srcId="{C6A0D7C3-FFD1-403A-9E0E-2AA668EC7646}" destId="{57753577-07B3-4628-BE87-36712DA89342}" srcOrd="0" destOrd="0" presId="urn:microsoft.com/office/officeart/2005/8/layout/default"/>
    <dgm:cxn modelId="{2C6F5A54-CE2D-471D-B935-1A2E444B6329}" srcId="{5DF9B5ED-0F38-40B6-8A04-D1DB3D722813}" destId="{F333A455-66D3-4718-91B0-A152087F0B78}" srcOrd="1" destOrd="0" parTransId="{57BEC020-46AA-447C-B5AB-DE31C8C8760D}" sibTransId="{2B7400B9-14BA-48E3-9469-2A50A54AB23B}"/>
    <dgm:cxn modelId="{84038574-7B21-42AD-A176-755D92BF79D9}" type="presOf" srcId="{8E43A2EC-2FFC-4C51-9A43-4168A22954D8}" destId="{26638649-4CCB-497F-BACB-EC181A1EB29E}" srcOrd="0" destOrd="0" presId="urn:microsoft.com/office/officeart/2005/8/layout/default"/>
    <dgm:cxn modelId="{08B840BA-66D5-4E8B-B408-81A589874BD7}" type="presOf" srcId="{5DF9B5ED-0F38-40B6-8A04-D1DB3D722813}" destId="{795AE9AA-0293-4C70-87BD-DDA7FCDB16A5}" srcOrd="0" destOrd="0" presId="urn:microsoft.com/office/officeart/2005/8/layout/default"/>
    <dgm:cxn modelId="{58D1F726-50A7-4321-9C7E-613EEE19754B}" srcId="{5DF9B5ED-0F38-40B6-8A04-D1DB3D722813}" destId="{20BBEF3A-0876-468C-8A91-B0051071247C}" srcOrd="5" destOrd="0" parTransId="{66C7CAF4-C965-4652-B467-4165ACDF73CC}" sibTransId="{C4786A76-FCC4-490D-8D20-0EEB04ADC164}"/>
    <dgm:cxn modelId="{D381D776-613A-4E65-81AE-3B99FB1C0956}" type="presParOf" srcId="{795AE9AA-0293-4C70-87BD-DDA7FCDB16A5}" destId="{26638649-4CCB-497F-BACB-EC181A1EB29E}" srcOrd="0" destOrd="0" presId="urn:microsoft.com/office/officeart/2005/8/layout/default"/>
    <dgm:cxn modelId="{AE54D105-A922-4963-9B78-C74FF9C29094}" type="presParOf" srcId="{795AE9AA-0293-4C70-87BD-DDA7FCDB16A5}" destId="{FC465A9D-DADB-4DDC-97CB-4B6D2F46810D}" srcOrd="1" destOrd="0" presId="urn:microsoft.com/office/officeart/2005/8/layout/default"/>
    <dgm:cxn modelId="{CF0EF45B-3CFF-47B3-95C2-17BC120A56EF}" type="presParOf" srcId="{795AE9AA-0293-4C70-87BD-DDA7FCDB16A5}" destId="{86899998-69C8-4587-9A3A-0E2A6C23AE71}" srcOrd="2" destOrd="0" presId="urn:microsoft.com/office/officeart/2005/8/layout/default"/>
    <dgm:cxn modelId="{96CB8E46-8E32-4132-857B-6DCD26A2079D}" type="presParOf" srcId="{795AE9AA-0293-4C70-87BD-DDA7FCDB16A5}" destId="{CA4514B0-9BE2-4781-9C24-E2ACA4D2B82E}" srcOrd="3" destOrd="0" presId="urn:microsoft.com/office/officeart/2005/8/layout/default"/>
    <dgm:cxn modelId="{3FABC72C-ACB1-4105-8159-D89597FE4369}" type="presParOf" srcId="{795AE9AA-0293-4C70-87BD-DDA7FCDB16A5}" destId="{D0F7D376-F4E3-48CB-8CEA-9CD9E9F722FD}" srcOrd="4" destOrd="0" presId="urn:microsoft.com/office/officeart/2005/8/layout/default"/>
    <dgm:cxn modelId="{00A187B9-2D10-485A-80FA-31C24B73D90B}" type="presParOf" srcId="{795AE9AA-0293-4C70-87BD-DDA7FCDB16A5}" destId="{83D600DC-434F-4307-BA76-637286D7D035}" srcOrd="5" destOrd="0" presId="urn:microsoft.com/office/officeart/2005/8/layout/default"/>
    <dgm:cxn modelId="{0276D6B0-2931-4D07-AB37-B66ADC03EFF6}" type="presParOf" srcId="{795AE9AA-0293-4C70-87BD-DDA7FCDB16A5}" destId="{57753577-07B3-4628-BE87-36712DA89342}" srcOrd="6" destOrd="0" presId="urn:microsoft.com/office/officeart/2005/8/layout/default"/>
    <dgm:cxn modelId="{D4D1C4D0-3CB8-489A-93AB-DC7A68F8AB39}" type="presParOf" srcId="{795AE9AA-0293-4C70-87BD-DDA7FCDB16A5}" destId="{550D59C3-2EA1-417A-9DFB-7163D01861ED}" srcOrd="7" destOrd="0" presId="urn:microsoft.com/office/officeart/2005/8/layout/default"/>
    <dgm:cxn modelId="{DC85BFC7-9363-4B60-AE8C-1F16D6DE40C4}" type="presParOf" srcId="{795AE9AA-0293-4C70-87BD-DDA7FCDB16A5}" destId="{53283320-5984-4DD5-B0F8-2FCC3514A88E}" srcOrd="8" destOrd="0" presId="urn:microsoft.com/office/officeart/2005/8/layout/default"/>
    <dgm:cxn modelId="{A39DA5DF-253B-419E-A247-6D8A01087F03}" type="presParOf" srcId="{795AE9AA-0293-4C70-87BD-DDA7FCDB16A5}" destId="{92B27D22-AF50-4357-80DC-168149F32EA3}" srcOrd="9" destOrd="0" presId="urn:microsoft.com/office/officeart/2005/8/layout/default"/>
    <dgm:cxn modelId="{C8B0C7BB-6132-48C3-9BD5-FB4CE7720517}" type="presParOf" srcId="{795AE9AA-0293-4C70-87BD-DDA7FCDB16A5}" destId="{06298985-0F67-4C8E-AA69-D626B015D32F}" srcOrd="10" destOrd="0" presId="urn:microsoft.com/office/officeart/2005/8/layout/default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ReactivityLogoWhite.png"/>
          <p:cNvPicPr>
            <a:picLocks noChangeAspect="1"/>
          </p:cNvPicPr>
          <p:nvPr userDrawn="1"/>
        </p:nvPicPr>
        <p:blipFill>
          <a:blip r:embed="rId2">
            <a:lum bright="-70000" contrast="-70000"/>
          </a:blip>
          <a:stretch>
            <a:fillRect/>
          </a:stretch>
        </p:blipFill>
        <p:spPr>
          <a:xfrm>
            <a:off x="914400" y="2590800"/>
            <a:ext cx="7302500" cy="17526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7/4/2008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USA-Flag-Lar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4267200"/>
            <a:ext cx="1676400" cy="884228"/>
          </a:xfrm>
          <a:prstGeom prst="rect">
            <a:avLst/>
          </a:prstGeom>
        </p:spPr>
      </p:pic>
      <p:pic>
        <p:nvPicPr>
          <p:cNvPr id="4" name="Picture 3" descr="reactivityLogo-blue-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7306071" cy="393193"/>
          </a:xfrm>
          <a:prstGeom prst="rect">
            <a:avLst/>
          </a:prstGeom>
        </p:spPr>
      </p:pic>
      <p:pic>
        <p:nvPicPr>
          <p:cNvPr id="5" name="Picture 4" descr="reactivityLogo-green-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64407"/>
            <a:ext cx="7306071" cy="393193"/>
          </a:xfrm>
          <a:prstGeom prst="rect">
            <a:avLst/>
          </a:prstGeom>
        </p:spPr>
      </p:pic>
      <p:pic>
        <p:nvPicPr>
          <p:cNvPr id="6" name="Picture 5" descr="reactivityLogo-tex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337814"/>
            <a:ext cx="7306071" cy="786386"/>
          </a:xfrm>
          <a:prstGeom prst="rect">
            <a:avLst/>
          </a:prstGeom>
        </p:spPr>
      </p:pic>
      <p:pic>
        <p:nvPicPr>
          <p:cNvPr id="8" name="Picture 7" descr="sparxLogo-Color-DarkBkg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43000" y="3581400"/>
            <a:ext cx="3614632" cy="237836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Duality </a:t>
            </a:r>
            <a:r>
              <a:rPr lang="en-US" dirty="0" smtClean="0"/>
              <a:t>of environmental </a:t>
            </a:r>
            <a:r>
              <a:rPr lang="en-US" dirty="0" smtClean="0"/>
              <a:t>change</a:t>
            </a:r>
          </a:p>
          <a:p>
            <a:r>
              <a:rPr lang="en-US" dirty="0" smtClean="0"/>
              <a:t>Definition of Reactivity</a:t>
            </a:r>
          </a:p>
          <a:p>
            <a:r>
              <a:rPr lang="en-US" dirty="0" smtClean="0"/>
              <a:t>Creating environmental </a:t>
            </a:r>
            <a:r>
              <a:rPr lang="en-US" dirty="0" smtClean="0"/>
              <a:t>change</a:t>
            </a:r>
          </a:p>
          <a:p>
            <a:r>
              <a:rPr lang="en-US" dirty="0" smtClean="0"/>
              <a:t>Software framework</a:t>
            </a:r>
          </a:p>
          <a:p>
            <a:r>
              <a:rPr lang="en-US" dirty="0" smtClean="0"/>
              <a:t>Unique features</a:t>
            </a:r>
          </a:p>
          <a:p>
            <a:r>
              <a:rPr lang="en-US" dirty="0" smtClean="0"/>
              <a:t>Hardware/Software relationship</a:t>
            </a:r>
          </a:p>
          <a:p>
            <a:r>
              <a:rPr lang="en-US" dirty="0" smtClean="0"/>
              <a:t>Business viability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Duality of Environmental Change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sion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5933"/>
            <a:ext cx="9144000" cy="1206134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What is Reactivity?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Distributed Sensing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61037"/>
            <a:ext cx="8229600" cy="1096963"/>
          </a:xfrm>
        </p:spPr>
        <p:txBody>
          <a:bodyPr/>
          <a:lstStyle/>
          <a:p>
            <a:pPr algn="ctr">
              <a:buNone/>
            </a:pPr>
            <a:r>
              <a:rPr lang="en-US" dirty="0" smtClean="0"/>
              <a:t>Sensors are spatially </a:t>
            </a:r>
            <a:r>
              <a:rPr lang="en-US" i="1" dirty="0" smtClean="0"/>
              <a:t>distributed</a:t>
            </a:r>
          </a:p>
          <a:p>
            <a:endParaRPr lang="en-US" dirty="0" smtClean="0"/>
          </a:p>
          <a:p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2286000" y="2895600"/>
            <a:ext cx="1828800" cy="1016000"/>
            <a:chOff x="2133600" y="0"/>
            <a:chExt cx="1828800" cy="1016000"/>
          </a:xfrm>
          <a:scene3d>
            <a:camera prst="isometricTopUp"/>
            <a:lightRig rig="threePt" dir="t"/>
          </a:scene3d>
        </p:grpSpPr>
        <p:sp>
          <p:nvSpPr>
            <p:cNvPr id="6" name="Rounded Rectangle 5"/>
            <p:cNvSpPr/>
            <p:nvPr/>
          </p:nvSpPr>
          <p:spPr>
            <a:xfrm>
              <a:off x="2133600" y="0"/>
              <a:ext cx="1828800" cy="1016000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</p:sp>
        <p:sp>
          <p:nvSpPr>
            <p:cNvPr id="7" name="Rounded Rectangle 4"/>
            <p:cNvSpPr/>
            <p:nvPr/>
          </p:nvSpPr>
          <p:spPr>
            <a:xfrm>
              <a:off x="2163358" y="29758"/>
              <a:ext cx="1769284" cy="956484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67640" tIns="167640" rIns="167640" bIns="167640" numCol="1" spcCol="1270" anchor="ctr" anchorCtr="0">
              <a:noAutofit/>
            </a:bodyPr>
            <a:lstStyle/>
            <a:p>
              <a:pPr lvl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200" kern="1200" dirty="0" smtClean="0"/>
                <a:t>Sensor</a:t>
              </a:r>
              <a:endParaRPr lang="en-US" sz="4400" kern="1200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410200" y="2997200"/>
            <a:ext cx="1828800" cy="1016000"/>
            <a:chOff x="2133600" y="0"/>
            <a:chExt cx="1828800" cy="1016000"/>
          </a:xfrm>
          <a:scene3d>
            <a:camera prst="isometricTopUp"/>
            <a:lightRig rig="threePt" dir="t"/>
          </a:scene3d>
        </p:grpSpPr>
        <p:sp>
          <p:nvSpPr>
            <p:cNvPr id="21" name="Rounded Rectangle 20"/>
            <p:cNvSpPr/>
            <p:nvPr/>
          </p:nvSpPr>
          <p:spPr>
            <a:xfrm>
              <a:off x="2133600" y="0"/>
              <a:ext cx="1828800" cy="1016000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</p:sp>
        <p:sp>
          <p:nvSpPr>
            <p:cNvPr id="22" name="Rounded Rectangle 4"/>
            <p:cNvSpPr/>
            <p:nvPr/>
          </p:nvSpPr>
          <p:spPr>
            <a:xfrm>
              <a:off x="2163358" y="29758"/>
              <a:ext cx="1769284" cy="956484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spcFirstLastPara="0" vert="horz" wrap="square" lIns="167640" tIns="167640" rIns="167640" bIns="167640" numCol="1" spcCol="1270" anchor="ctr" anchorCtr="0">
              <a:noAutofit/>
            </a:bodyPr>
            <a:lstStyle/>
            <a:p>
              <a:pPr lvl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200" kern="1200" dirty="0" smtClean="0"/>
                <a:t>Sensor</a:t>
              </a:r>
              <a:endParaRPr lang="en-US" sz="4400" kern="12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657600" y="1295400"/>
            <a:ext cx="1828800" cy="1016000"/>
            <a:chOff x="2133600" y="0"/>
            <a:chExt cx="1828800" cy="1016000"/>
          </a:xfrm>
          <a:scene3d>
            <a:camera prst="isometricTopUp"/>
            <a:lightRig rig="threePt" dir="t"/>
          </a:scene3d>
        </p:grpSpPr>
        <p:sp>
          <p:nvSpPr>
            <p:cNvPr id="24" name="Rounded Rectangle 23"/>
            <p:cNvSpPr/>
            <p:nvPr/>
          </p:nvSpPr>
          <p:spPr>
            <a:xfrm>
              <a:off x="2133600" y="0"/>
              <a:ext cx="1828800" cy="1016000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</p:sp>
        <p:sp>
          <p:nvSpPr>
            <p:cNvPr id="25" name="Rounded Rectangle 4"/>
            <p:cNvSpPr/>
            <p:nvPr/>
          </p:nvSpPr>
          <p:spPr>
            <a:xfrm>
              <a:off x="2163358" y="29758"/>
              <a:ext cx="1769284" cy="956484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167640" tIns="167640" rIns="167640" bIns="167640" numCol="1" spcCol="1270" anchor="ctr" anchorCtr="0">
              <a:noAutofit/>
            </a:bodyPr>
            <a:lstStyle/>
            <a:p>
              <a:pPr lvl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200" kern="1200" dirty="0" smtClean="0"/>
                <a:t>Sensor</a:t>
              </a:r>
              <a:endParaRPr lang="en-US" sz="4400" kern="12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124200" y="2006601"/>
            <a:ext cx="2895600" cy="2666999"/>
            <a:chOff x="1143000" y="1600201"/>
            <a:chExt cx="2895600" cy="2666999"/>
          </a:xfrm>
        </p:grpSpPr>
        <p:cxnSp>
          <p:nvCxnSpPr>
            <p:cNvPr id="8" name="Straight Arrow Connector 7"/>
            <p:cNvCxnSpPr/>
            <p:nvPr/>
          </p:nvCxnSpPr>
          <p:spPr>
            <a:xfrm rot="5400000" flipH="1" flipV="1">
              <a:off x="1415654" y="2775348"/>
              <a:ext cx="2362199" cy="11906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rot="10800000" flipV="1">
              <a:off x="1143000" y="3429000"/>
              <a:ext cx="1676400" cy="83820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10800000" flipH="1" flipV="1">
              <a:off x="2362200" y="3428999"/>
              <a:ext cx="1676400" cy="83820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4267200" y="4546600"/>
            <a:ext cx="1828800" cy="1016000"/>
            <a:chOff x="2133600" y="0"/>
            <a:chExt cx="1828800" cy="1016000"/>
          </a:xfrm>
          <a:scene3d>
            <a:camera prst="isometricBottomDown"/>
            <a:lightRig rig="threePt" dir="t"/>
          </a:scene3d>
        </p:grpSpPr>
        <p:sp>
          <p:nvSpPr>
            <p:cNvPr id="27" name="Rounded Rectangle 26"/>
            <p:cNvSpPr/>
            <p:nvPr/>
          </p:nvSpPr>
          <p:spPr>
            <a:xfrm>
              <a:off x="2133600" y="0"/>
              <a:ext cx="1828800" cy="1016000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ounded Rectangle 4"/>
            <p:cNvSpPr/>
            <p:nvPr/>
          </p:nvSpPr>
          <p:spPr>
            <a:xfrm>
              <a:off x="2163358" y="29758"/>
              <a:ext cx="1769284" cy="956484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167640" tIns="167640" rIns="167640" bIns="167640" numCol="1" spcCol="1270" anchor="ctr" anchorCtr="0">
              <a:noAutofit/>
            </a:bodyPr>
            <a:lstStyle/>
            <a:p>
              <a:pPr lvl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200" kern="1200" dirty="0" smtClean="0"/>
                <a:t>Sensor</a:t>
              </a:r>
              <a:endParaRPr lang="en-US" sz="4400" kern="1200" dirty="0"/>
            </a:p>
          </p:txBody>
        </p:sp>
      </p:grp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Intelligent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0"/>
            <a:ext cx="8229600" cy="1782763"/>
          </a:xfrm>
        </p:spPr>
        <p:txBody>
          <a:bodyPr/>
          <a:lstStyle/>
          <a:p>
            <a:pPr algn="ctr">
              <a:buNone/>
            </a:pPr>
            <a:r>
              <a:rPr lang="en-US" dirty="0" smtClean="0"/>
              <a:t>The ability </a:t>
            </a:r>
            <a:r>
              <a:rPr lang="en-US" dirty="0" smtClean="0"/>
              <a:t>to control electronic devices </a:t>
            </a:r>
            <a:r>
              <a:rPr lang="en-US" dirty="0" smtClean="0"/>
              <a:t>based on </a:t>
            </a:r>
            <a:r>
              <a:rPr lang="en-US" dirty="0" smtClean="0"/>
              <a:t>combining a multitude of sensory data. 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1981200" y="1600200"/>
          <a:ext cx="5334000" cy="355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Interfaces to Reactivity</a:t>
            </a:r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685800" y="1295400"/>
          <a:ext cx="76962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609600" y="1981200"/>
            <a:ext cx="7924800" cy="3657600"/>
          </a:xfrm>
          <a:prstGeom prst="roundRect">
            <a:avLst>
              <a:gd name="adj" fmla="val 703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Hardware/Software Relationship</a:t>
            </a:r>
            <a:endParaRPr lang="en-US" dirty="0"/>
          </a:p>
        </p:txBody>
      </p:sp>
      <p:pic>
        <p:nvPicPr>
          <p:cNvPr id="1026" name="Picture 2" descr="C:\Users\Zack\Desktop\ImagineCup\Reactivity-Repo\1.0\doc\Diagrams\Genera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3950" y="2286000"/>
            <a:ext cx="6953250" cy="30861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609600" y="1981200"/>
            <a:ext cx="7924800" cy="3429000"/>
          </a:xfrm>
          <a:prstGeom prst="roundRect">
            <a:avLst>
              <a:gd name="adj" fmla="val 703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Rule Chain Structure</a:t>
            </a:r>
            <a:endParaRPr lang="en-US" dirty="0"/>
          </a:p>
        </p:txBody>
      </p:sp>
      <p:pic>
        <p:nvPicPr>
          <p:cNvPr id="2050" name="Picture 2" descr="C:\Users\Zack\Desktop\ImagineCup\Reactivity-Repo\1.0\doc\Diagrams\Rul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2278" y="2438400"/>
            <a:ext cx="7333522" cy="25908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Revision </a:t>
            </a:r>
            <a:r>
              <a:rPr lang="en-US" dirty="0" smtClean="0"/>
              <a:t>0.2 </a:t>
            </a:r>
            <a:r>
              <a:rPr lang="en-US" dirty="0" smtClean="0"/>
              <a:t>Hardware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4478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Cost Flexibility</a:t>
            </a:r>
            <a:endParaRPr lang="en-US" dirty="0"/>
          </a:p>
        </p:txBody>
      </p:sp>
      <p:cxnSp>
        <p:nvCxnSpPr>
          <p:cNvPr id="23" name="Straight Arrow Connector 22"/>
          <p:cNvCxnSpPr/>
          <p:nvPr/>
        </p:nvCxnSpPr>
        <p:spPr>
          <a:xfrm rot="5400000" flipH="1" flipV="1">
            <a:off x="566030" y="3636169"/>
            <a:ext cx="4072645" cy="70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2263378" y="5400675"/>
            <a:ext cx="5022056" cy="70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1" name="Group 30"/>
          <p:cNvGrpSpPr/>
          <p:nvPr/>
        </p:nvGrpSpPr>
        <p:grpSpPr>
          <a:xfrm>
            <a:off x="2942034" y="4111228"/>
            <a:ext cx="1724917" cy="1034951"/>
            <a:chOff x="0" y="591343"/>
            <a:chExt cx="2571749" cy="1543050"/>
          </a:xfrm>
        </p:grpSpPr>
        <p:sp>
          <p:nvSpPr>
            <p:cNvPr id="32" name="Rectangle 31"/>
            <p:cNvSpPr/>
            <p:nvPr/>
          </p:nvSpPr>
          <p:spPr>
            <a:xfrm>
              <a:off x="0" y="591343"/>
              <a:ext cx="2571749" cy="1543050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0" y="591343"/>
              <a:ext cx="2571749" cy="15430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9540" tIns="129540" rIns="129540" bIns="129540" numCol="1" spcCol="1270" anchor="ctr" anchorCtr="0">
              <a:noAutofit/>
            </a:bodyPr>
            <a:lstStyle/>
            <a:p>
              <a:pPr lvl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kern="1200" dirty="0" smtClean="0"/>
                <a:t>Data over </a:t>
              </a:r>
              <a:r>
                <a:rPr lang="en-US" sz="2800" kern="1200" dirty="0" err="1" smtClean="0"/>
                <a:t>Powerline</a:t>
              </a:r>
              <a:endParaRPr lang="en-US" sz="2800" kern="1200" dirty="0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4299347" y="2889647"/>
            <a:ext cx="1724917" cy="1034951"/>
            <a:chOff x="0" y="591343"/>
            <a:chExt cx="2571749" cy="1543050"/>
          </a:xfrm>
          <a:solidFill>
            <a:schemeClr val="accent4"/>
          </a:solidFill>
        </p:grpSpPr>
        <p:sp>
          <p:nvSpPr>
            <p:cNvPr id="35" name="Rectangle 34"/>
            <p:cNvSpPr/>
            <p:nvPr/>
          </p:nvSpPr>
          <p:spPr>
            <a:xfrm>
              <a:off x="0" y="591343"/>
              <a:ext cx="2571749" cy="1543050"/>
            </a:xfrm>
            <a:prstGeom prst="rect">
              <a:avLst/>
            </a:pr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6" name="Rectangle 35"/>
            <p:cNvSpPr/>
            <p:nvPr/>
          </p:nvSpPr>
          <p:spPr>
            <a:xfrm>
              <a:off x="0" y="591343"/>
              <a:ext cx="2571749" cy="154305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9540" tIns="129540" rIns="129540" bIns="129540" numCol="1" spcCol="1270" anchor="ctr" anchorCtr="0">
              <a:noAutofit/>
            </a:bodyPr>
            <a:lstStyle/>
            <a:p>
              <a:pPr lvl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400" kern="1200" dirty="0" err="1" smtClean="0"/>
                <a:t>ZigBee</a:t>
              </a:r>
              <a:endParaRPr lang="en-US" sz="34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2942034" y="1735931"/>
            <a:ext cx="1724917" cy="1034951"/>
            <a:chOff x="0" y="591343"/>
            <a:chExt cx="2571749" cy="1543050"/>
          </a:xfrm>
          <a:solidFill>
            <a:schemeClr val="accent2"/>
          </a:solidFill>
        </p:grpSpPr>
        <p:sp>
          <p:nvSpPr>
            <p:cNvPr id="38" name="Rectangle 37"/>
            <p:cNvSpPr/>
            <p:nvPr/>
          </p:nvSpPr>
          <p:spPr>
            <a:xfrm>
              <a:off x="0" y="591343"/>
              <a:ext cx="2571749" cy="1543050"/>
            </a:xfrm>
            <a:prstGeom prst="rect">
              <a:avLst/>
            </a:pr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Rectangle 38"/>
            <p:cNvSpPr/>
            <p:nvPr/>
          </p:nvSpPr>
          <p:spPr>
            <a:xfrm>
              <a:off x="0" y="591343"/>
              <a:ext cx="2571749" cy="154305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9540" tIns="129540" rIns="129540" bIns="129540" numCol="1" spcCol="1270" anchor="ctr" anchorCtr="0">
              <a:noAutofit/>
            </a:bodyPr>
            <a:lstStyle/>
            <a:p>
              <a:pPr lvl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kern="1200" dirty="0" smtClean="0"/>
                <a:t>USB</a:t>
              </a:r>
              <a:endParaRPr lang="en-US" sz="2800" kern="1200" dirty="0"/>
            </a:p>
          </p:txBody>
        </p:sp>
      </p:grpSp>
      <p:sp>
        <p:nvSpPr>
          <p:cNvPr id="47" name="Rectangle 46"/>
          <p:cNvSpPr/>
          <p:nvPr/>
        </p:nvSpPr>
        <p:spPr>
          <a:xfrm>
            <a:off x="6267450" y="5468541"/>
            <a:ext cx="1724917" cy="47505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29540" tIns="129540" rIns="129540" bIns="129540" numCol="1" spcCol="1270" anchor="ctr" anchorCtr="0">
            <a:noAutofit/>
          </a:bodyPr>
          <a:lstStyle/>
          <a:p>
            <a:pPr lvl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kern="1200" dirty="0" smtClean="0"/>
              <a:t>High Cost</a:t>
            </a:r>
            <a:endParaRPr lang="en-US" sz="2400" kern="1200" dirty="0"/>
          </a:p>
        </p:txBody>
      </p:sp>
      <p:sp>
        <p:nvSpPr>
          <p:cNvPr id="48" name="Rectangle 47"/>
          <p:cNvSpPr/>
          <p:nvPr/>
        </p:nvSpPr>
        <p:spPr>
          <a:xfrm>
            <a:off x="2670572" y="5468541"/>
            <a:ext cx="1724917" cy="47505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29540" tIns="129540" rIns="129540" bIns="129540" numCol="1" spcCol="1270" anchor="ctr" anchorCtr="0">
            <a:noAutofit/>
          </a:bodyPr>
          <a:lstStyle/>
          <a:p>
            <a:pPr lvl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kern="1200" dirty="0" smtClean="0"/>
              <a:t>Low Cost</a:t>
            </a:r>
            <a:endParaRPr lang="en-US" sz="2400" kern="1200" dirty="0"/>
          </a:p>
        </p:txBody>
      </p:sp>
      <p:sp>
        <p:nvSpPr>
          <p:cNvPr id="49" name="Rectangle 48"/>
          <p:cNvSpPr/>
          <p:nvPr/>
        </p:nvSpPr>
        <p:spPr>
          <a:xfrm>
            <a:off x="457200" y="4857750"/>
            <a:ext cx="2105917" cy="47505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29540" tIns="129540" rIns="129540" bIns="129540" numCol="1" spcCol="1270" anchor="ctr" anchorCtr="0">
            <a:noAutofit/>
          </a:bodyPr>
          <a:lstStyle/>
          <a:p>
            <a:pPr lvl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kern="1200" dirty="0" smtClean="0"/>
              <a:t>Low Performance</a:t>
            </a:r>
            <a:endParaRPr lang="en-US" sz="2400" kern="1200" dirty="0"/>
          </a:p>
        </p:txBody>
      </p:sp>
      <p:sp>
        <p:nvSpPr>
          <p:cNvPr id="50" name="Rectangle 49"/>
          <p:cNvSpPr/>
          <p:nvPr/>
        </p:nvSpPr>
        <p:spPr>
          <a:xfrm>
            <a:off x="609600" y="2075259"/>
            <a:ext cx="1953517" cy="47505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29540" tIns="129540" rIns="129540" bIns="129540" numCol="1" spcCol="1270" anchor="ctr" anchorCtr="0">
            <a:noAutofit/>
          </a:bodyPr>
          <a:lstStyle/>
          <a:p>
            <a:pPr lvl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/>
              <a:t>High</a:t>
            </a:r>
            <a:br>
              <a:rPr lang="en-US" sz="2400" dirty="0" smtClean="0"/>
            </a:br>
            <a:r>
              <a:rPr lang="en-US" sz="2400" kern="1200" dirty="0" smtClean="0"/>
              <a:t>Performance</a:t>
            </a:r>
            <a:endParaRPr lang="en-US" sz="2400" kern="1200" dirty="0"/>
          </a:p>
        </p:txBody>
      </p:sp>
      <p:grpSp>
        <p:nvGrpSpPr>
          <p:cNvPr id="51" name="Group 50"/>
          <p:cNvGrpSpPr/>
          <p:nvPr/>
        </p:nvGrpSpPr>
        <p:grpSpPr>
          <a:xfrm>
            <a:off x="5995987" y="1735931"/>
            <a:ext cx="1724917" cy="1034951"/>
            <a:chOff x="0" y="591343"/>
            <a:chExt cx="2571749" cy="1543050"/>
          </a:xfrm>
          <a:solidFill>
            <a:schemeClr val="accent3"/>
          </a:solidFill>
        </p:grpSpPr>
        <p:sp>
          <p:nvSpPr>
            <p:cNvPr id="52" name="Rectangle 51"/>
            <p:cNvSpPr/>
            <p:nvPr/>
          </p:nvSpPr>
          <p:spPr>
            <a:xfrm>
              <a:off x="0" y="591343"/>
              <a:ext cx="2571749" cy="1543050"/>
            </a:xfrm>
            <a:prstGeom prst="rect">
              <a:avLst/>
            </a:pr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" name="Rectangle 52"/>
            <p:cNvSpPr/>
            <p:nvPr/>
          </p:nvSpPr>
          <p:spPr>
            <a:xfrm>
              <a:off x="0" y="591343"/>
              <a:ext cx="2571749" cy="154305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9540" tIns="129540" rIns="129540" bIns="129540" numCol="1" spcCol="1270" anchor="ctr" anchorCtr="0">
              <a:noAutofit/>
            </a:bodyPr>
            <a:lstStyle/>
            <a:p>
              <a:pPr lvl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400" kern="1200" dirty="0" smtClean="0"/>
                <a:t>Wi-Fi</a:t>
              </a:r>
              <a:endParaRPr lang="en-US" sz="3400" kern="1200" dirty="0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Viability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Leverage for software created by flexibility of hardware</a:t>
            </a:r>
          </a:p>
          <a:p>
            <a:pPr lvl="1"/>
            <a:r>
              <a:rPr lang="en-US" dirty="0" smtClean="0"/>
              <a:t>Can interface to any hardware that can support protocol</a:t>
            </a:r>
          </a:p>
          <a:p>
            <a:r>
              <a:rPr lang="en-US" dirty="0" smtClean="0"/>
              <a:t>Low cost for meeting standards</a:t>
            </a:r>
          </a:p>
          <a:p>
            <a:pPr lvl="1"/>
            <a:r>
              <a:rPr lang="en-US" dirty="0" smtClean="0"/>
              <a:t>EPA</a:t>
            </a:r>
          </a:p>
          <a:p>
            <a:pPr lvl="1"/>
            <a:r>
              <a:rPr lang="en-US" dirty="0" smtClean="0"/>
              <a:t>OSHA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0"/>
            <a:ext cx="8229600" cy="1143000"/>
          </a:xfrm>
        </p:spPr>
        <p:txBody>
          <a:bodyPr/>
          <a:lstStyle/>
          <a:p>
            <a:r>
              <a:rPr lang="en-US" dirty="0" smtClean="0"/>
              <a:t>Thank you for your time!</a:t>
            </a:r>
            <a:endParaRPr lang="en-US" dirty="0"/>
          </a:p>
        </p:txBody>
      </p:sp>
      <p:pic>
        <p:nvPicPr>
          <p:cNvPr id="4" name="Picture 3" descr="sparxLogo-Color-DarkBk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4600" y="2879432"/>
            <a:ext cx="3614632" cy="237836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ReactivityTheme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3073B5"/>
      </a:accent1>
      <a:accent2>
        <a:srgbClr val="B55230"/>
      </a:accent2>
      <a:accent3>
        <a:srgbClr val="92CD00"/>
      </a:accent3>
      <a:accent4>
        <a:srgbClr val="9B1084"/>
      </a:accent4>
      <a:accent5>
        <a:srgbClr val="B3B3B3"/>
      </a:accent5>
      <a:accent6>
        <a:srgbClr val="F79646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1637</TotalTime>
  <Words>174</Words>
  <Application>Microsoft Office PowerPoint</Application>
  <PresentationFormat>On-screen Show (4:3)</PresentationFormat>
  <Paragraphs>64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Topics</vt:lpstr>
      <vt:lpstr>Duality of Environmental Change</vt:lpstr>
      <vt:lpstr>What is Reactivity?</vt:lpstr>
      <vt:lpstr>Distributed Sensing</vt:lpstr>
      <vt:lpstr>Intelligent Control</vt:lpstr>
      <vt:lpstr>Interfaces to Reactivity</vt:lpstr>
      <vt:lpstr>Hardware/Software Relationship</vt:lpstr>
      <vt:lpstr>Rule Chain Structure</vt:lpstr>
      <vt:lpstr>Revision 0.2 Hardware</vt:lpstr>
      <vt:lpstr>Cost Flexibility</vt:lpstr>
      <vt:lpstr>Business Viability</vt:lpstr>
      <vt:lpstr>Thank you for your time!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Zack</dc:creator>
  <cp:lastModifiedBy>Zack</cp:lastModifiedBy>
  <cp:revision>175</cp:revision>
  <dcterms:created xsi:type="dcterms:W3CDTF">2006-08-16T00:00:00Z</dcterms:created>
  <dcterms:modified xsi:type="dcterms:W3CDTF">2008-07-05T01:05:16Z</dcterms:modified>
</cp:coreProperties>
</file>